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311" r:id="rId2"/>
    <p:sldId id="276" r:id="rId3"/>
    <p:sldId id="277" r:id="rId4"/>
    <p:sldId id="293" r:id="rId5"/>
    <p:sldId id="294" r:id="rId6"/>
    <p:sldId id="278" r:id="rId7"/>
    <p:sldId id="295" r:id="rId8"/>
    <p:sldId id="296" r:id="rId9"/>
    <p:sldId id="258" r:id="rId10"/>
    <p:sldId id="279" r:id="rId11"/>
    <p:sldId id="297" r:id="rId12"/>
    <p:sldId id="298" r:id="rId13"/>
    <p:sldId id="280" r:id="rId14"/>
    <p:sldId id="312" r:id="rId15"/>
    <p:sldId id="299" r:id="rId16"/>
    <p:sldId id="300" r:id="rId17"/>
    <p:sldId id="281" r:id="rId18"/>
    <p:sldId id="271" r:id="rId19"/>
    <p:sldId id="272" r:id="rId20"/>
    <p:sldId id="273" r:id="rId21"/>
    <p:sldId id="274" r:id="rId22"/>
    <p:sldId id="275" r:id="rId23"/>
    <p:sldId id="260" r:id="rId24"/>
    <p:sldId id="266" r:id="rId25"/>
    <p:sldId id="267" r:id="rId26"/>
    <p:sldId id="268" r:id="rId27"/>
    <p:sldId id="269" r:id="rId28"/>
    <p:sldId id="270" r:id="rId29"/>
    <p:sldId id="259" r:id="rId30"/>
    <p:sldId id="261" r:id="rId31"/>
    <p:sldId id="262" r:id="rId32"/>
    <p:sldId id="263" r:id="rId33"/>
    <p:sldId id="264" r:id="rId34"/>
    <p:sldId id="265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lass &amp; objects" id="{606D2D70-078F-4B72-80F0-930860064A60}">
          <p14:sldIdLst>
            <p14:sldId id="311"/>
            <p14:sldId id="276"/>
            <p14:sldId id="277"/>
            <p14:sldId id="293"/>
            <p14:sldId id="294"/>
            <p14:sldId id="278"/>
            <p14:sldId id="295"/>
            <p14:sldId id="296"/>
          </p14:sldIdLst>
        </p14:section>
        <p14:section name="Init () method" id="{A0429C63-59D1-422F-9C98-9FB99FD63BE8}">
          <p14:sldIdLst>
            <p14:sldId id="258"/>
            <p14:sldId id="279"/>
            <p14:sldId id="297"/>
            <p14:sldId id="298"/>
            <p14:sldId id="280"/>
            <p14:sldId id="312"/>
            <p14:sldId id="299"/>
            <p14:sldId id="300"/>
            <p14:sldId id="281"/>
            <p14:sldId id="271"/>
            <p14:sldId id="272"/>
            <p14:sldId id="273"/>
            <p14:sldId id="274"/>
            <p14:sldId id="275"/>
            <p14:sldId id="260"/>
            <p14:sldId id="266"/>
            <p14:sldId id="267"/>
            <p14:sldId id="268"/>
            <p14:sldId id="269"/>
            <p14:sldId id="270"/>
            <p14:sldId id="259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38C275-58D4-4179-A80B-E2D4F7BE1FB1}" v="15" dt="2026-10-07T10:17:33.7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delwa Twala" userId="282265af-a309-4751-bc79-2af5426b4682" providerId="ADAL" clId="{50CF68B9-3B9F-449F-B1AC-8B2C1508A6EE}"/>
    <pc:docChg chg="undo custSel addSld delSld modSld sldOrd addSection modSection">
      <pc:chgData name="Lindelwa Twala" userId="282265af-a309-4751-bc79-2af5426b4682" providerId="ADAL" clId="{50CF68B9-3B9F-449F-B1AC-8B2C1508A6EE}" dt="2026-10-01T15:10:09.504" v="189" actId="17846"/>
      <pc:docMkLst>
        <pc:docMk/>
      </pc:docMkLst>
      <pc:sldChg chg="ord">
        <pc:chgData name="Lindelwa Twala" userId="282265af-a309-4751-bc79-2af5426b4682" providerId="ADAL" clId="{50CF68B9-3B9F-449F-B1AC-8B2C1508A6EE}" dt="2026-10-01T15:09:46.284" v="187"/>
        <pc:sldMkLst>
          <pc:docMk/>
          <pc:sldMk cId="2874371583" sldId="258"/>
        </pc:sldMkLst>
      </pc:sldChg>
      <pc:sldChg chg="addSp delSp modSp mod">
        <pc:chgData name="Lindelwa Twala" userId="282265af-a309-4751-bc79-2af5426b4682" providerId="ADAL" clId="{50CF68B9-3B9F-449F-B1AC-8B2C1508A6EE}" dt="2026-09-25T09:34:29.370" v="75" actId="1076"/>
        <pc:sldMkLst>
          <pc:docMk/>
          <pc:sldMk cId="3586166851" sldId="276"/>
        </pc:sldMkLst>
        <pc:spChg chg="mod">
          <ac:chgData name="Lindelwa Twala" userId="282265af-a309-4751-bc79-2af5426b4682" providerId="ADAL" clId="{50CF68B9-3B9F-449F-B1AC-8B2C1508A6EE}" dt="2026-09-25T08:53:01.258" v="18" actId="5793"/>
          <ac:spMkLst>
            <pc:docMk/>
            <pc:sldMk cId="3586166851" sldId="276"/>
            <ac:spMk id="2" creationId="{8F0F64B5-AA9B-B0BB-EB87-F2851FEC7F8E}"/>
          </ac:spMkLst>
        </pc:spChg>
        <pc:spChg chg="mod">
          <ac:chgData name="Lindelwa Twala" userId="282265af-a309-4751-bc79-2af5426b4682" providerId="ADAL" clId="{50CF68B9-3B9F-449F-B1AC-8B2C1508A6EE}" dt="2026-09-25T08:55:28.407" v="46" actId="5793"/>
          <ac:spMkLst>
            <pc:docMk/>
            <pc:sldMk cId="3586166851" sldId="276"/>
            <ac:spMk id="3" creationId="{4C43FB56-378E-6F22-7294-40EED131911B}"/>
          </ac:spMkLst>
        </pc:spChg>
        <pc:picChg chg="add mod">
          <ac:chgData name="Lindelwa Twala" userId="282265af-a309-4751-bc79-2af5426b4682" providerId="ADAL" clId="{50CF68B9-3B9F-449F-B1AC-8B2C1508A6EE}" dt="2026-09-25T09:34:29.370" v="75" actId="1076"/>
          <ac:picMkLst>
            <pc:docMk/>
            <pc:sldMk cId="3586166851" sldId="276"/>
            <ac:picMk id="7" creationId="{ADAC9E07-63C6-E776-40B3-717F146030A5}"/>
          </ac:picMkLst>
        </pc:picChg>
      </pc:sldChg>
      <pc:sldChg chg="modSp mod">
        <pc:chgData name="Lindelwa Twala" userId="282265af-a309-4751-bc79-2af5426b4682" providerId="ADAL" clId="{50CF68B9-3B9F-449F-B1AC-8B2C1508A6EE}" dt="2026-09-25T09:55:00.298" v="183" actId="20577"/>
        <pc:sldMkLst>
          <pc:docMk/>
          <pc:sldMk cId="4034874751" sldId="277"/>
        </pc:sldMkLst>
        <pc:spChg chg="mod">
          <ac:chgData name="Lindelwa Twala" userId="282265af-a309-4751-bc79-2af5426b4682" providerId="ADAL" clId="{50CF68B9-3B9F-449F-B1AC-8B2C1508A6EE}" dt="2026-09-25T08:53:21.965" v="33" actId="20577"/>
          <ac:spMkLst>
            <pc:docMk/>
            <pc:sldMk cId="4034874751" sldId="277"/>
            <ac:spMk id="2" creationId="{F0231BCF-DA82-36EA-E52B-704FBEF2386C}"/>
          </ac:spMkLst>
        </pc:spChg>
        <pc:spChg chg="mod">
          <ac:chgData name="Lindelwa Twala" userId="282265af-a309-4751-bc79-2af5426b4682" providerId="ADAL" clId="{50CF68B9-3B9F-449F-B1AC-8B2C1508A6EE}" dt="2026-09-25T09:55:00.298" v="183" actId="20577"/>
          <ac:spMkLst>
            <pc:docMk/>
            <pc:sldMk cId="4034874751" sldId="277"/>
            <ac:spMk id="3" creationId="{41C51875-B880-A986-D199-F810AE6E72F6}"/>
          </ac:spMkLst>
        </pc:spChg>
      </pc:sldChg>
      <pc:sldChg chg="modSp mod">
        <pc:chgData name="Lindelwa Twala" userId="282265af-a309-4751-bc79-2af5426b4682" providerId="ADAL" clId="{50CF68B9-3B9F-449F-B1AC-8B2C1508A6EE}" dt="2026-09-25T09:44:34.117" v="87" actId="5793"/>
        <pc:sldMkLst>
          <pc:docMk/>
          <pc:sldMk cId="3831876367" sldId="278"/>
        </pc:sldMkLst>
        <pc:spChg chg="mod">
          <ac:chgData name="Lindelwa Twala" userId="282265af-a309-4751-bc79-2af5426b4682" providerId="ADAL" clId="{50CF68B9-3B9F-449F-B1AC-8B2C1508A6EE}" dt="2026-09-25T09:44:18.053" v="84" actId="5793"/>
          <ac:spMkLst>
            <pc:docMk/>
            <pc:sldMk cId="3831876367" sldId="278"/>
            <ac:spMk id="2" creationId="{56727FD4-FEF1-45C2-9224-D6F888BA4538}"/>
          </ac:spMkLst>
        </pc:spChg>
        <pc:spChg chg="mod">
          <ac:chgData name="Lindelwa Twala" userId="282265af-a309-4751-bc79-2af5426b4682" providerId="ADAL" clId="{50CF68B9-3B9F-449F-B1AC-8B2C1508A6EE}" dt="2026-09-25T09:44:34.117" v="87" actId="5793"/>
          <ac:spMkLst>
            <pc:docMk/>
            <pc:sldMk cId="3831876367" sldId="278"/>
            <ac:spMk id="3" creationId="{C5E87D63-AAD9-B916-8726-04C142764945}"/>
          </ac:spMkLst>
        </pc:spChg>
      </pc:sldChg>
      <pc:sldChg chg="modSp add mod">
        <pc:chgData name="Lindelwa Twala" userId="282265af-a309-4751-bc79-2af5426b4682" providerId="ADAL" clId="{50CF68B9-3B9F-449F-B1AC-8B2C1508A6EE}" dt="2026-09-25T08:57:48.689" v="54" actId="27636"/>
        <pc:sldMkLst>
          <pc:docMk/>
          <pc:sldMk cId="2797691955" sldId="293"/>
        </pc:sldMkLst>
        <pc:spChg chg="mod">
          <ac:chgData name="Lindelwa Twala" userId="282265af-a309-4751-bc79-2af5426b4682" providerId="ADAL" clId="{50CF68B9-3B9F-449F-B1AC-8B2C1508A6EE}" dt="2026-09-25T08:57:48.689" v="54" actId="27636"/>
          <ac:spMkLst>
            <pc:docMk/>
            <pc:sldMk cId="2797691955" sldId="293"/>
            <ac:spMk id="3" creationId="{9951E157-2ADB-C6EA-E149-111E4F944205}"/>
          </ac:spMkLst>
        </pc:spChg>
      </pc:sldChg>
      <pc:sldChg chg="modSp add mod">
        <pc:chgData name="Lindelwa Twala" userId="282265af-a309-4751-bc79-2af5426b4682" providerId="ADAL" clId="{50CF68B9-3B9F-449F-B1AC-8B2C1508A6EE}" dt="2026-09-25T08:58:37.704" v="68" actId="5793"/>
        <pc:sldMkLst>
          <pc:docMk/>
          <pc:sldMk cId="2342375385" sldId="294"/>
        </pc:sldMkLst>
        <pc:spChg chg="mod">
          <ac:chgData name="Lindelwa Twala" userId="282265af-a309-4751-bc79-2af5426b4682" providerId="ADAL" clId="{50CF68B9-3B9F-449F-B1AC-8B2C1508A6EE}" dt="2026-09-25T08:58:37.704" v="68" actId="5793"/>
          <ac:spMkLst>
            <pc:docMk/>
            <pc:sldMk cId="2342375385" sldId="294"/>
            <ac:spMk id="3" creationId="{1C75F553-023F-73D4-EA87-23B758D71CF0}"/>
          </ac:spMkLst>
        </pc:spChg>
      </pc:sldChg>
      <pc:sldChg chg="modSp add mod">
        <pc:chgData name="Lindelwa Twala" userId="282265af-a309-4751-bc79-2af5426b4682" providerId="ADAL" clId="{50CF68B9-3B9F-449F-B1AC-8B2C1508A6EE}" dt="2026-09-25T09:44:57.807" v="97" actId="5793"/>
        <pc:sldMkLst>
          <pc:docMk/>
          <pc:sldMk cId="3117118757" sldId="295"/>
        </pc:sldMkLst>
        <pc:spChg chg="mod">
          <ac:chgData name="Lindelwa Twala" userId="282265af-a309-4751-bc79-2af5426b4682" providerId="ADAL" clId="{50CF68B9-3B9F-449F-B1AC-8B2C1508A6EE}" dt="2026-09-25T09:44:57.807" v="97" actId="5793"/>
          <ac:spMkLst>
            <pc:docMk/>
            <pc:sldMk cId="3117118757" sldId="295"/>
            <ac:spMk id="3" creationId="{5946D855-D404-37DB-3EBB-B4504F0651A9}"/>
          </ac:spMkLst>
        </pc:spChg>
      </pc:sldChg>
      <pc:sldChg chg="modSp add mod">
        <pc:chgData name="Lindelwa Twala" userId="282265af-a309-4751-bc79-2af5426b4682" providerId="ADAL" clId="{50CF68B9-3B9F-449F-B1AC-8B2C1508A6EE}" dt="2026-09-25T09:49:13.317" v="107" actId="20577"/>
        <pc:sldMkLst>
          <pc:docMk/>
          <pc:sldMk cId="4103148792" sldId="296"/>
        </pc:sldMkLst>
        <pc:spChg chg="mod">
          <ac:chgData name="Lindelwa Twala" userId="282265af-a309-4751-bc79-2af5426b4682" providerId="ADAL" clId="{50CF68B9-3B9F-449F-B1AC-8B2C1508A6EE}" dt="2026-09-25T09:49:13.317" v="107" actId="20577"/>
          <ac:spMkLst>
            <pc:docMk/>
            <pc:sldMk cId="4103148792" sldId="296"/>
            <ac:spMk id="3" creationId="{E7A874AF-165D-E079-9D28-F1DDA560EA53}"/>
          </ac:spMkLst>
        </pc:spChg>
      </pc:sldChg>
    </pc:docChg>
  </pc:docChgLst>
  <pc:docChgLst>
    <pc:chgData name="Lindelwa Twala" userId="f08b58baa3fce337" providerId="LiveId" clId="{A5BE035C-68C2-4E15-BE5D-65719EB84DEE}"/>
    <pc:docChg chg="undo custSel addSld delSld modSld sldOrd addSection delSection modSection">
      <pc:chgData name="Lindelwa Twala" userId="f08b58baa3fce337" providerId="LiveId" clId="{A5BE035C-68C2-4E15-BE5D-65719EB84DEE}" dt="2026-10-07T10:30:43.179" v="1237" actId="20577"/>
      <pc:docMkLst>
        <pc:docMk/>
      </pc:docMkLst>
      <pc:sldChg chg="modSp del mod">
        <pc:chgData name="Lindelwa Twala" userId="f08b58baa3fce337" providerId="LiveId" clId="{A5BE035C-68C2-4E15-BE5D-65719EB84DEE}" dt="2026-10-07T10:13:28.611" v="969" actId="18676"/>
        <pc:sldMkLst>
          <pc:docMk/>
          <pc:sldMk cId="58665523" sldId="257"/>
        </pc:sldMkLst>
        <pc:spChg chg="mod">
          <ac:chgData name="Lindelwa Twala" userId="f08b58baa3fce337" providerId="LiveId" clId="{A5BE035C-68C2-4E15-BE5D-65719EB84DEE}" dt="2026-10-07T09:45:18.819" v="941" actId="20577"/>
          <ac:spMkLst>
            <pc:docMk/>
            <pc:sldMk cId="58665523" sldId="257"/>
            <ac:spMk id="2" creationId="{41FE4869-E7EE-0A99-5AED-F65BA60F86AB}"/>
          </ac:spMkLst>
        </pc:spChg>
      </pc:sldChg>
      <pc:sldChg chg="modSp mod">
        <pc:chgData name="Lindelwa Twala" userId="f08b58baa3fce337" providerId="LiveId" clId="{A5BE035C-68C2-4E15-BE5D-65719EB84DEE}" dt="2026-10-07T09:18:44.494" v="459" actId="20577"/>
        <pc:sldMkLst>
          <pc:docMk/>
          <pc:sldMk cId="3831876367" sldId="278"/>
        </pc:sldMkLst>
        <pc:spChg chg="mod">
          <ac:chgData name="Lindelwa Twala" userId="f08b58baa3fce337" providerId="LiveId" clId="{A5BE035C-68C2-4E15-BE5D-65719EB84DEE}" dt="2026-10-07T09:18:44.494" v="459" actId="20577"/>
          <ac:spMkLst>
            <pc:docMk/>
            <pc:sldMk cId="3831876367" sldId="278"/>
            <ac:spMk id="3" creationId="{C5E87D63-AAD9-B916-8726-04C142764945}"/>
          </ac:spMkLst>
        </pc:spChg>
      </pc:sldChg>
      <pc:sldChg chg="modSp mod">
        <pc:chgData name="Lindelwa Twala" userId="f08b58baa3fce337" providerId="LiveId" clId="{A5BE035C-68C2-4E15-BE5D-65719EB84DEE}" dt="2026-10-07T10:30:43.179" v="1237" actId="20577"/>
        <pc:sldMkLst>
          <pc:docMk/>
          <pc:sldMk cId="3188668505" sldId="279"/>
        </pc:sldMkLst>
        <pc:spChg chg="mod">
          <ac:chgData name="Lindelwa Twala" userId="f08b58baa3fce337" providerId="LiveId" clId="{A5BE035C-68C2-4E15-BE5D-65719EB84DEE}" dt="2026-10-06T16:28:30.893" v="17" actId="20577"/>
          <ac:spMkLst>
            <pc:docMk/>
            <pc:sldMk cId="3188668505" sldId="279"/>
            <ac:spMk id="2" creationId="{98E7B6AC-FB66-06AF-FAAE-EBB7B89C00EA}"/>
          </ac:spMkLst>
        </pc:spChg>
        <pc:spChg chg="mod">
          <ac:chgData name="Lindelwa Twala" userId="f08b58baa3fce337" providerId="LiveId" clId="{A5BE035C-68C2-4E15-BE5D-65719EB84DEE}" dt="2026-10-07T10:30:43.179" v="1237" actId="20577"/>
          <ac:spMkLst>
            <pc:docMk/>
            <pc:sldMk cId="3188668505" sldId="279"/>
            <ac:spMk id="3" creationId="{3E26059A-7EF5-7B2A-64E7-A603785E9EA3}"/>
          </ac:spMkLst>
        </pc:spChg>
      </pc:sldChg>
      <pc:sldChg chg="addSp modSp mod ord">
        <pc:chgData name="Lindelwa Twala" userId="f08b58baa3fce337" providerId="LiveId" clId="{A5BE035C-68C2-4E15-BE5D-65719EB84DEE}" dt="2026-10-07T10:18:50.168" v="1154" actId="14100"/>
        <pc:sldMkLst>
          <pc:docMk/>
          <pc:sldMk cId="1966713205" sldId="280"/>
        </pc:sldMkLst>
        <pc:spChg chg="mod">
          <ac:chgData name="Lindelwa Twala" userId="f08b58baa3fce337" providerId="LiveId" clId="{A5BE035C-68C2-4E15-BE5D-65719EB84DEE}" dt="2026-10-07T10:16:33.590" v="1141" actId="20577"/>
          <ac:spMkLst>
            <pc:docMk/>
            <pc:sldMk cId="1966713205" sldId="280"/>
            <ac:spMk id="2" creationId="{E5E75ACB-9230-ED0E-81A0-902FC0980AB2}"/>
          </ac:spMkLst>
        </pc:spChg>
        <pc:spChg chg="mod">
          <ac:chgData name="Lindelwa Twala" userId="f08b58baa3fce337" providerId="LiveId" clId="{A5BE035C-68C2-4E15-BE5D-65719EB84DEE}" dt="2026-10-07T10:17:05.558" v="1145" actId="255"/>
          <ac:spMkLst>
            <pc:docMk/>
            <pc:sldMk cId="1966713205" sldId="280"/>
            <ac:spMk id="3" creationId="{DC984A1E-9E84-82D0-23E5-90500ECFC336}"/>
          </ac:spMkLst>
        </pc:spChg>
        <pc:picChg chg="add mod">
          <ac:chgData name="Lindelwa Twala" userId="f08b58baa3fce337" providerId="LiveId" clId="{A5BE035C-68C2-4E15-BE5D-65719EB84DEE}" dt="2026-10-07T10:17:18.632" v="1147" actId="1076"/>
          <ac:picMkLst>
            <pc:docMk/>
            <pc:sldMk cId="1966713205" sldId="280"/>
            <ac:picMk id="5" creationId="{E7FD5DAC-998E-F877-EA46-9CBDA288B427}"/>
          </ac:picMkLst>
        </pc:picChg>
        <pc:picChg chg="add mod">
          <ac:chgData name="Lindelwa Twala" userId="f08b58baa3fce337" providerId="LiveId" clId="{A5BE035C-68C2-4E15-BE5D-65719EB84DEE}" dt="2026-10-07T10:18:50.168" v="1154" actId="14100"/>
          <ac:picMkLst>
            <pc:docMk/>
            <pc:sldMk cId="1966713205" sldId="280"/>
            <ac:picMk id="7" creationId="{29C4C17C-ED28-E1CD-39C5-885875E7185C}"/>
          </ac:picMkLst>
        </pc:picChg>
      </pc:sldChg>
      <pc:sldChg chg="del">
        <pc:chgData name="Lindelwa Twala" userId="f08b58baa3fce337" providerId="LiveId" clId="{A5BE035C-68C2-4E15-BE5D-65719EB84DEE}" dt="2026-10-07T10:13:26.308" v="968" actId="18676"/>
        <pc:sldMkLst>
          <pc:docMk/>
          <pc:sldMk cId="3547398876" sldId="282"/>
        </pc:sldMkLst>
      </pc:sldChg>
      <pc:sldChg chg="del">
        <pc:chgData name="Lindelwa Twala" userId="f08b58baa3fce337" providerId="LiveId" clId="{A5BE035C-68C2-4E15-BE5D-65719EB84DEE}" dt="2026-10-07T10:13:26.308" v="968" actId="18676"/>
        <pc:sldMkLst>
          <pc:docMk/>
          <pc:sldMk cId="2077403843" sldId="283"/>
        </pc:sldMkLst>
      </pc:sldChg>
      <pc:sldChg chg="del">
        <pc:chgData name="Lindelwa Twala" userId="f08b58baa3fce337" providerId="LiveId" clId="{A5BE035C-68C2-4E15-BE5D-65719EB84DEE}" dt="2026-10-07T10:13:26.308" v="968" actId="18676"/>
        <pc:sldMkLst>
          <pc:docMk/>
          <pc:sldMk cId="1902324909" sldId="284"/>
        </pc:sldMkLst>
      </pc:sldChg>
      <pc:sldChg chg="del">
        <pc:chgData name="Lindelwa Twala" userId="f08b58baa3fce337" providerId="LiveId" clId="{A5BE035C-68C2-4E15-BE5D-65719EB84DEE}" dt="2026-10-07T10:13:26.308" v="968" actId="18676"/>
        <pc:sldMkLst>
          <pc:docMk/>
          <pc:sldMk cId="515275870" sldId="286"/>
        </pc:sldMkLst>
      </pc:sldChg>
      <pc:sldChg chg="del">
        <pc:chgData name="Lindelwa Twala" userId="f08b58baa3fce337" providerId="LiveId" clId="{A5BE035C-68C2-4E15-BE5D-65719EB84DEE}" dt="2026-10-07T10:13:26.308" v="968" actId="18676"/>
        <pc:sldMkLst>
          <pc:docMk/>
          <pc:sldMk cId="3084122764" sldId="287"/>
        </pc:sldMkLst>
      </pc:sldChg>
      <pc:sldChg chg="del">
        <pc:chgData name="Lindelwa Twala" userId="f08b58baa3fce337" providerId="LiveId" clId="{A5BE035C-68C2-4E15-BE5D-65719EB84DEE}" dt="2026-10-07T10:13:26.308" v="968" actId="18676"/>
        <pc:sldMkLst>
          <pc:docMk/>
          <pc:sldMk cId="1620285168" sldId="288"/>
        </pc:sldMkLst>
      </pc:sldChg>
      <pc:sldChg chg="del">
        <pc:chgData name="Lindelwa Twala" userId="f08b58baa3fce337" providerId="LiveId" clId="{A5BE035C-68C2-4E15-BE5D-65719EB84DEE}" dt="2026-10-07T10:13:26.308" v="968" actId="18676"/>
        <pc:sldMkLst>
          <pc:docMk/>
          <pc:sldMk cId="2594782126" sldId="289"/>
        </pc:sldMkLst>
      </pc:sldChg>
      <pc:sldChg chg="del">
        <pc:chgData name="Lindelwa Twala" userId="f08b58baa3fce337" providerId="LiveId" clId="{A5BE035C-68C2-4E15-BE5D-65719EB84DEE}" dt="2026-10-07T10:13:26.308" v="968" actId="18676"/>
        <pc:sldMkLst>
          <pc:docMk/>
          <pc:sldMk cId="396630004" sldId="290"/>
        </pc:sldMkLst>
      </pc:sldChg>
      <pc:sldChg chg="del">
        <pc:chgData name="Lindelwa Twala" userId="f08b58baa3fce337" providerId="LiveId" clId="{A5BE035C-68C2-4E15-BE5D-65719EB84DEE}" dt="2026-10-07T10:13:26.308" v="968" actId="18676"/>
        <pc:sldMkLst>
          <pc:docMk/>
          <pc:sldMk cId="433677081" sldId="291"/>
        </pc:sldMkLst>
      </pc:sldChg>
      <pc:sldChg chg="del">
        <pc:chgData name="Lindelwa Twala" userId="f08b58baa3fce337" providerId="LiveId" clId="{A5BE035C-68C2-4E15-BE5D-65719EB84DEE}" dt="2026-10-07T10:13:26.308" v="968" actId="18676"/>
        <pc:sldMkLst>
          <pc:docMk/>
          <pc:sldMk cId="701643949" sldId="292"/>
        </pc:sldMkLst>
      </pc:sldChg>
      <pc:sldChg chg="addSp delSp modSp mod">
        <pc:chgData name="Lindelwa Twala" userId="f08b58baa3fce337" providerId="LiveId" clId="{A5BE035C-68C2-4E15-BE5D-65719EB84DEE}" dt="2026-10-07T09:28:14.721" v="464" actId="478"/>
        <pc:sldMkLst>
          <pc:docMk/>
          <pc:sldMk cId="2342375385" sldId="294"/>
        </pc:sldMkLst>
        <pc:picChg chg="add del mod">
          <ac:chgData name="Lindelwa Twala" userId="f08b58baa3fce337" providerId="LiveId" clId="{A5BE035C-68C2-4E15-BE5D-65719EB84DEE}" dt="2026-10-07T09:28:14.721" v="464" actId="478"/>
          <ac:picMkLst>
            <pc:docMk/>
            <pc:sldMk cId="2342375385" sldId="294"/>
            <ac:picMk id="5" creationId="{B3E1D6C2-A892-0CAD-5AD7-C5964288287F}"/>
          </ac:picMkLst>
        </pc:picChg>
      </pc:sldChg>
      <pc:sldChg chg="addSp modSp add mod">
        <pc:chgData name="Lindelwa Twala" userId="f08b58baa3fce337" providerId="LiveId" clId="{A5BE035C-68C2-4E15-BE5D-65719EB84DEE}" dt="2026-10-06T16:33:58.941" v="216" actId="1076"/>
        <pc:sldMkLst>
          <pc:docMk/>
          <pc:sldMk cId="1885591402" sldId="297"/>
        </pc:sldMkLst>
        <pc:spChg chg="mod">
          <ac:chgData name="Lindelwa Twala" userId="f08b58baa3fce337" providerId="LiveId" clId="{A5BE035C-68C2-4E15-BE5D-65719EB84DEE}" dt="2026-10-06T16:33:56.119" v="215" actId="27636"/>
          <ac:spMkLst>
            <pc:docMk/>
            <pc:sldMk cId="1885591402" sldId="297"/>
            <ac:spMk id="3" creationId="{78749A8D-3F43-5E30-2378-CBEE17F87943}"/>
          </ac:spMkLst>
        </pc:spChg>
        <pc:picChg chg="add mod">
          <ac:chgData name="Lindelwa Twala" userId="f08b58baa3fce337" providerId="LiveId" clId="{A5BE035C-68C2-4E15-BE5D-65719EB84DEE}" dt="2026-10-06T16:33:58.941" v="216" actId="1076"/>
          <ac:picMkLst>
            <pc:docMk/>
            <pc:sldMk cId="1885591402" sldId="297"/>
            <ac:picMk id="5" creationId="{9B51FAF6-6CE1-5F45-7B58-52B7813AC861}"/>
          </ac:picMkLst>
        </pc:picChg>
      </pc:sldChg>
      <pc:sldChg chg="addSp modSp add mod">
        <pc:chgData name="Lindelwa Twala" userId="f08b58baa3fce337" providerId="LiveId" clId="{A5BE035C-68C2-4E15-BE5D-65719EB84DEE}" dt="2026-10-06T16:35:27.521" v="238" actId="14100"/>
        <pc:sldMkLst>
          <pc:docMk/>
          <pc:sldMk cId="4107335104" sldId="298"/>
        </pc:sldMkLst>
        <pc:spChg chg="mod">
          <ac:chgData name="Lindelwa Twala" userId="f08b58baa3fce337" providerId="LiveId" clId="{A5BE035C-68C2-4E15-BE5D-65719EB84DEE}" dt="2026-10-06T16:35:20.021" v="235" actId="404"/>
          <ac:spMkLst>
            <pc:docMk/>
            <pc:sldMk cId="4107335104" sldId="298"/>
            <ac:spMk id="3" creationId="{76CA974B-4528-B374-C947-3B52E215DFE3}"/>
          </ac:spMkLst>
        </pc:spChg>
        <pc:picChg chg="add mod">
          <ac:chgData name="Lindelwa Twala" userId="f08b58baa3fce337" providerId="LiveId" clId="{A5BE035C-68C2-4E15-BE5D-65719EB84DEE}" dt="2026-10-06T16:35:27.521" v="238" actId="14100"/>
          <ac:picMkLst>
            <pc:docMk/>
            <pc:sldMk cId="4107335104" sldId="298"/>
            <ac:picMk id="5" creationId="{D61E3C1E-C8B7-8283-EB5A-606594B6EDAB}"/>
          </ac:picMkLst>
        </pc:picChg>
      </pc:sldChg>
      <pc:sldChg chg="addSp delSp modSp add mod">
        <pc:chgData name="Lindelwa Twala" userId="f08b58baa3fce337" providerId="LiveId" clId="{A5BE035C-68C2-4E15-BE5D-65719EB84DEE}" dt="2026-10-07T09:10:08.583" v="423" actId="1076"/>
        <pc:sldMkLst>
          <pc:docMk/>
          <pc:sldMk cId="2963090019" sldId="299"/>
        </pc:sldMkLst>
        <pc:spChg chg="mod">
          <ac:chgData name="Lindelwa Twala" userId="f08b58baa3fce337" providerId="LiveId" clId="{A5BE035C-68C2-4E15-BE5D-65719EB84DEE}" dt="2026-10-06T16:51:02.850" v="252" actId="5793"/>
          <ac:spMkLst>
            <pc:docMk/>
            <pc:sldMk cId="2963090019" sldId="299"/>
            <ac:spMk id="2" creationId="{6335C51F-EAB1-2D97-6765-772CB723B3E8}"/>
          </ac:spMkLst>
        </pc:spChg>
        <pc:spChg chg="mod">
          <ac:chgData name="Lindelwa Twala" userId="f08b58baa3fce337" providerId="LiveId" clId="{A5BE035C-68C2-4E15-BE5D-65719EB84DEE}" dt="2026-10-07T09:10:05.270" v="422" actId="20577"/>
          <ac:spMkLst>
            <pc:docMk/>
            <pc:sldMk cId="2963090019" sldId="299"/>
            <ac:spMk id="3" creationId="{98B77C12-6145-2592-E842-99FF00546383}"/>
          </ac:spMkLst>
        </pc:spChg>
        <pc:picChg chg="add del mod">
          <ac:chgData name="Lindelwa Twala" userId="f08b58baa3fce337" providerId="LiveId" clId="{A5BE035C-68C2-4E15-BE5D-65719EB84DEE}" dt="2026-10-07T09:06:49.406" v="256" actId="478"/>
          <ac:picMkLst>
            <pc:docMk/>
            <pc:sldMk cId="2963090019" sldId="299"/>
            <ac:picMk id="5" creationId="{B57E8E4E-53C5-7300-7D6B-56BACD8AC525}"/>
          </ac:picMkLst>
        </pc:picChg>
        <pc:picChg chg="add mod">
          <ac:chgData name="Lindelwa Twala" userId="f08b58baa3fce337" providerId="LiveId" clId="{A5BE035C-68C2-4E15-BE5D-65719EB84DEE}" dt="2026-10-07T09:10:08.583" v="423" actId="1076"/>
          <ac:picMkLst>
            <pc:docMk/>
            <pc:sldMk cId="2963090019" sldId="299"/>
            <ac:picMk id="7" creationId="{82876B28-0E65-E565-2DCA-F2F3EDBFCEEC}"/>
          </ac:picMkLst>
        </pc:picChg>
      </pc:sldChg>
      <pc:sldChg chg="modSp add mod">
        <pc:chgData name="Lindelwa Twala" userId="f08b58baa3fce337" providerId="LiveId" clId="{A5BE035C-68C2-4E15-BE5D-65719EB84DEE}" dt="2026-10-07T09:07:28.565" v="274" actId="5793"/>
        <pc:sldMkLst>
          <pc:docMk/>
          <pc:sldMk cId="3917422828" sldId="300"/>
        </pc:sldMkLst>
        <pc:spChg chg="mod">
          <ac:chgData name="Lindelwa Twala" userId="f08b58baa3fce337" providerId="LiveId" clId="{A5BE035C-68C2-4E15-BE5D-65719EB84DEE}" dt="2026-10-07T09:07:28.565" v="274" actId="5793"/>
          <ac:spMkLst>
            <pc:docMk/>
            <pc:sldMk cId="3917422828" sldId="300"/>
            <ac:spMk id="2" creationId="{2AEA69FF-F455-2965-4D9F-C8B14B7246A5}"/>
          </ac:spMkLst>
        </pc:spChg>
      </pc:sldChg>
      <pc:sldChg chg="addSp delSp modSp add del mod ord">
        <pc:chgData name="Lindelwa Twala" userId="f08b58baa3fce337" providerId="LiveId" clId="{A5BE035C-68C2-4E15-BE5D-65719EB84DEE}" dt="2026-10-07T10:13:28.611" v="969" actId="18676"/>
        <pc:sldMkLst>
          <pc:docMk/>
          <pc:sldMk cId="1444177732" sldId="301"/>
        </pc:sldMkLst>
        <pc:spChg chg="mod">
          <ac:chgData name="Lindelwa Twala" userId="f08b58baa3fce337" providerId="LiveId" clId="{A5BE035C-68C2-4E15-BE5D-65719EB84DEE}" dt="2026-10-07T09:35:25.935" v="703" actId="5793"/>
          <ac:spMkLst>
            <pc:docMk/>
            <pc:sldMk cId="1444177732" sldId="301"/>
            <ac:spMk id="2" creationId="{11E323C8-DBEE-82D6-48B8-E9F61662475A}"/>
          </ac:spMkLst>
        </pc:spChg>
        <pc:spChg chg="mod">
          <ac:chgData name="Lindelwa Twala" userId="f08b58baa3fce337" providerId="LiveId" clId="{A5BE035C-68C2-4E15-BE5D-65719EB84DEE}" dt="2026-10-07T09:29:59.829" v="687" actId="20577"/>
          <ac:spMkLst>
            <pc:docMk/>
            <pc:sldMk cId="1444177732" sldId="301"/>
            <ac:spMk id="3" creationId="{FAFC9C0C-1D4C-DB92-4F17-04BC71906E6B}"/>
          </ac:spMkLst>
        </pc:spChg>
        <pc:picChg chg="mod">
          <ac:chgData name="Lindelwa Twala" userId="f08b58baa3fce337" providerId="LiveId" clId="{A5BE035C-68C2-4E15-BE5D-65719EB84DEE}" dt="2026-10-07T09:29:07.560" v="595" actId="14100"/>
          <ac:picMkLst>
            <pc:docMk/>
            <pc:sldMk cId="1444177732" sldId="301"/>
            <ac:picMk id="5" creationId="{FA8E8E95-7E07-1FF1-193D-2BA1ECEC367D}"/>
          </ac:picMkLst>
        </pc:picChg>
        <pc:picChg chg="add del mod">
          <ac:chgData name="Lindelwa Twala" userId="f08b58baa3fce337" providerId="LiveId" clId="{A5BE035C-68C2-4E15-BE5D-65719EB84DEE}" dt="2026-10-07T09:32:36.931" v="689" actId="478"/>
          <ac:picMkLst>
            <pc:docMk/>
            <pc:sldMk cId="1444177732" sldId="301"/>
            <ac:picMk id="6" creationId="{6486AB8E-A038-DF99-6994-433237D6A652}"/>
          </ac:picMkLst>
        </pc:picChg>
        <pc:picChg chg="add mod">
          <ac:chgData name="Lindelwa Twala" userId="f08b58baa3fce337" providerId="LiveId" clId="{A5BE035C-68C2-4E15-BE5D-65719EB84DEE}" dt="2026-10-07T09:32:47.955" v="691" actId="1076"/>
          <ac:picMkLst>
            <pc:docMk/>
            <pc:sldMk cId="1444177732" sldId="301"/>
            <ac:picMk id="8" creationId="{A0C722AE-FD49-7A1E-1460-AE326CCF9A37}"/>
          </ac:picMkLst>
        </pc:picChg>
      </pc:sldChg>
      <pc:sldChg chg="addSp modSp new del mod ord">
        <pc:chgData name="Lindelwa Twala" userId="f08b58baa3fce337" providerId="LiveId" clId="{A5BE035C-68C2-4E15-BE5D-65719EB84DEE}" dt="2026-10-07T10:13:28.611" v="969" actId="18676"/>
        <pc:sldMkLst>
          <pc:docMk/>
          <pc:sldMk cId="4167022167" sldId="302"/>
        </pc:sldMkLst>
        <pc:spChg chg="mod">
          <ac:chgData name="Lindelwa Twala" userId="f08b58baa3fce337" providerId="LiveId" clId="{A5BE035C-68C2-4E15-BE5D-65719EB84DEE}" dt="2026-10-07T09:35:51.314" v="717" actId="5793"/>
          <ac:spMkLst>
            <pc:docMk/>
            <pc:sldMk cId="4167022167" sldId="302"/>
            <ac:spMk id="2" creationId="{C8D941B2-E5B6-1A1D-15E6-9566DB1D9549}"/>
          </ac:spMkLst>
        </pc:spChg>
        <pc:spChg chg="mod">
          <ac:chgData name="Lindelwa Twala" userId="f08b58baa3fce337" providerId="LiveId" clId="{A5BE035C-68C2-4E15-BE5D-65719EB84DEE}" dt="2026-10-07T09:42:02.301" v="858" actId="27636"/>
          <ac:spMkLst>
            <pc:docMk/>
            <pc:sldMk cId="4167022167" sldId="302"/>
            <ac:spMk id="3" creationId="{EAAF9AB7-3387-A7BF-B3F8-11BBA1A5EE74}"/>
          </ac:spMkLst>
        </pc:spChg>
        <pc:picChg chg="add mod">
          <ac:chgData name="Lindelwa Twala" userId="f08b58baa3fce337" providerId="LiveId" clId="{A5BE035C-68C2-4E15-BE5D-65719EB84DEE}" dt="2026-10-07T09:42:08.543" v="860" actId="14100"/>
          <ac:picMkLst>
            <pc:docMk/>
            <pc:sldMk cId="4167022167" sldId="302"/>
            <ac:picMk id="5" creationId="{CBC1A2AF-6028-0EF1-5A13-AE07282636B3}"/>
          </ac:picMkLst>
        </pc:picChg>
      </pc:sldChg>
      <pc:sldChg chg="addSp modSp new del mod">
        <pc:chgData name="Lindelwa Twala" userId="f08b58baa3fce337" providerId="LiveId" clId="{A5BE035C-68C2-4E15-BE5D-65719EB84DEE}" dt="2026-10-07T10:13:28.611" v="969" actId="18676"/>
        <pc:sldMkLst>
          <pc:docMk/>
          <pc:sldMk cId="2647259215" sldId="303"/>
        </pc:sldMkLst>
        <pc:spChg chg="mod">
          <ac:chgData name="Lindelwa Twala" userId="f08b58baa3fce337" providerId="LiveId" clId="{A5BE035C-68C2-4E15-BE5D-65719EB84DEE}" dt="2026-10-07T09:36:38.634" v="730" actId="5793"/>
          <ac:spMkLst>
            <pc:docMk/>
            <pc:sldMk cId="2647259215" sldId="303"/>
            <ac:spMk id="2" creationId="{3A4F4DB2-A400-CF49-9830-735C50CDA215}"/>
          </ac:spMkLst>
        </pc:spChg>
        <pc:spChg chg="mod">
          <ac:chgData name="Lindelwa Twala" userId="f08b58baa3fce337" providerId="LiveId" clId="{A5BE035C-68C2-4E15-BE5D-65719EB84DEE}" dt="2026-10-07T09:37:39.298" v="741"/>
          <ac:spMkLst>
            <pc:docMk/>
            <pc:sldMk cId="2647259215" sldId="303"/>
            <ac:spMk id="3" creationId="{C71196D6-7640-E960-07F8-3B23265403EB}"/>
          </ac:spMkLst>
        </pc:spChg>
        <pc:picChg chg="add mod">
          <ac:chgData name="Lindelwa Twala" userId="f08b58baa3fce337" providerId="LiveId" clId="{A5BE035C-68C2-4E15-BE5D-65719EB84DEE}" dt="2026-10-07T09:36:59.612" v="734" actId="1076"/>
          <ac:picMkLst>
            <pc:docMk/>
            <pc:sldMk cId="2647259215" sldId="303"/>
            <ac:picMk id="5" creationId="{9CF7BC96-F845-B641-7A60-727C318746A3}"/>
          </ac:picMkLst>
        </pc:picChg>
      </pc:sldChg>
      <pc:sldChg chg="addSp modSp new del mod">
        <pc:chgData name="Lindelwa Twala" userId="f08b58baa3fce337" providerId="LiveId" clId="{A5BE035C-68C2-4E15-BE5D-65719EB84DEE}" dt="2026-10-07T10:13:28.611" v="969" actId="18676"/>
        <pc:sldMkLst>
          <pc:docMk/>
          <pc:sldMk cId="727107665" sldId="304"/>
        </pc:sldMkLst>
        <pc:spChg chg="mod">
          <ac:chgData name="Lindelwa Twala" userId="f08b58baa3fce337" providerId="LiveId" clId="{A5BE035C-68C2-4E15-BE5D-65719EB84DEE}" dt="2026-10-07T09:38:29.303" v="775" actId="20577"/>
          <ac:spMkLst>
            <pc:docMk/>
            <pc:sldMk cId="727107665" sldId="304"/>
            <ac:spMk id="2" creationId="{ECD6336C-8911-E4B0-F8A5-4A82B1936744}"/>
          </ac:spMkLst>
        </pc:spChg>
        <pc:spChg chg="mod">
          <ac:chgData name="Lindelwa Twala" userId="f08b58baa3fce337" providerId="LiveId" clId="{A5BE035C-68C2-4E15-BE5D-65719EB84DEE}" dt="2026-10-07T09:39:15.108" v="779" actId="404"/>
          <ac:spMkLst>
            <pc:docMk/>
            <pc:sldMk cId="727107665" sldId="304"/>
            <ac:spMk id="3" creationId="{4CC31BD1-5865-C4DE-9B73-5DD9C88B3B05}"/>
          </ac:spMkLst>
        </pc:spChg>
        <pc:picChg chg="add mod">
          <ac:chgData name="Lindelwa Twala" userId="f08b58baa3fce337" providerId="LiveId" clId="{A5BE035C-68C2-4E15-BE5D-65719EB84DEE}" dt="2026-10-07T09:39:35.326" v="783" actId="1076"/>
          <ac:picMkLst>
            <pc:docMk/>
            <pc:sldMk cId="727107665" sldId="304"/>
            <ac:picMk id="5" creationId="{E458BAAF-40BB-89E6-9DFE-1AFE46635B8F}"/>
          </ac:picMkLst>
        </pc:picChg>
      </pc:sldChg>
      <pc:sldChg chg="addSp modSp new del mod">
        <pc:chgData name="Lindelwa Twala" userId="f08b58baa3fce337" providerId="LiveId" clId="{A5BE035C-68C2-4E15-BE5D-65719EB84DEE}" dt="2026-10-07T10:13:28.611" v="969" actId="18676"/>
        <pc:sldMkLst>
          <pc:docMk/>
          <pc:sldMk cId="271768662" sldId="305"/>
        </pc:sldMkLst>
        <pc:spChg chg="mod">
          <ac:chgData name="Lindelwa Twala" userId="f08b58baa3fce337" providerId="LiveId" clId="{A5BE035C-68C2-4E15-BE5D-65719EB84DEE}" dt="2026-10-07T09:40:08.298" v="830" actId="20577"/>
          <ac:spMkLst>
            <pc:docMk/>
            <pc:sldMk cId="271768662" sldId="305"/>
            <ac:spMk id="2" creationId="{6D7266BD-C76D-C8B4-F324-FBE80B119E45}"/>
          </ac:spMkLst>
        </pc:spChg>
        <pc:spChg chg="mod">
          <ac:chgData name="Lindelwa Twala" userId="f08b58baa3fce337" providerId="LiveId" clId="{A5BE035C-68C2-4E15-BE5D-65719EB84DEE}" dt="2026-10-07T09:40:49.707" v="838" actId="5793"/>
          <ac:spMkLst>
            <pc:docMk/>
            <pc:sldMk cId="271768662" sldId="305"/>
            <ac:spMk id="3" creationId="{610C9876-723A-2AD9-81A7-8E34DDFFB58F}"/>
          </ac:spMkLst>
        </pc:spChg>
        <pc:picChg chg="add mod">
          <ac:chgData name="Lindelwa Twala" userId="f08b58baa3fce337" providerId="LiveId" clId="{A5BE035C-68C2-4E15-BE5D-65719EB84DEE}" dt="2026-10-07T09:40:54.764" v="839" actId="1076"/>
          <ac:picMkLst>
            <pc:docMk/>
            <pc:sldMk cId="271768662" sldId="305"/>
            <ac:picMk id="5" creationId="{CAE080B4-3D67-9B89-7F82-FAB1AC9EA838}"/>
          </ac:picMkLst>
        </pc:picChg>
      </pc:sldChg>
      <pc:sldChg chg="addSp delSp modSp new del mod">
        <pc:chgData name="Lindelwa Twala" userId="f08b58baa3fce337" providerId="LiveId" clId="{A5BE035C-68C2-4E15-BE5D-65719EB84DEE}" dt="2026-10-07T10:13:28.611" v="969" actId="18676"/>
        <pc:sldMkLst>
          <pc:docMk/>
          <pc:sldMk cId="1663768605" sldId="306"/>
        </pc:sldMkLst>
        <pc:spChg chg="mod">
          <ac:chgData name="Lindelwa Twala" userId="f08b58baa3fce337" providerId="LiveId" clId="{A5BE035C-68C2-4E15-BE5D-65719EB84DEE}" dt="2026-10-07T09:42:25.314" v="889" actId="20577"/>
          <ac:spMkLst>
            <pc:docMk/>
            <pc:sldMk cId="1663768605" sldId="306"/>
            <ac:spMk id="2" creationId="{EB89FA4D-B960-BBB4-983F-D5E0D9F1AA35}"/>
          </ac:spMkLst>
        </pc:spChg>
        <pc:spChg chg="del">
          <ac:chgData name="Lindelwa Twala" userId="f08b58baa3fce337" providerId="LiveId" clId="{A5BE035C-68C2-4E15-BE5D-65719EB84DEE}" dt="2026-10-07T09:44:23.187" v="890" actId="22"/>
          <ac:spMkLst>
            <pc:docMk/>
            <pc:sldMk cId="1663768605" sldId="306"/>
            <ac:spMk id="3" creationId="{BE5FF681-A264-F273-28C1-F204B24C98E7}"/>
          </ac:spMkLst>
        </pc:spChg>
        <pc:picChg chg="add mod ord">
          <ac:chgData name="Lindelwa Twala" userId="f08b58baa3fce337" providerId="LiveId" clId="{A5BE035C-68C2-4E15-BE5D-65719EB84DEE}" dt="2026-10-07T09:44:27.559" v="892" actId="14100"/>
          <ac:picMkLst>
            <pc:docMk/>
            <pc:sldMk cId="1663768605" sldId="306"/>
            <ac:picMk id="5" creationId="{54A6608A-4D42-A56F-5758-B0E684373911}"/>
          </ac:picMkLst>
        </pc:picChg>
      </pc:sldChg>
      <pc:sldChg chg="addSp modSp new del mod">
        <pc:chgData name="Lindelwa Twala" userId="f08b58baa3fce337" providerId="LiveId" clId="{A5BE035C-68C2-4E15-BE5D-65719EB84DEE}" dt="2026-10-07T10:13:28.611" v="969" actId="18676"/>
        <pc:sldMkLst>
          <pc:docMk/>
          <pc:sldMk cId="746409676" sldId="307"/>
        </pc:sldMkLst>
        <pc:spChg chg="mod">
          <ac:chgData name="Lindelwa Twala" userId="f08b58baa3fce337" providerId="LiveId" clId="{A5BE035C-68C2-4E15-BE5D-65719EB84DEE}" dt="2026-10-07T09:44:37.025" v="896"/>
          <ac:spMkLst>
            <pc:docMk/>
            <pc:sldMk cId="746409676" sldId="307"/>
            <ac:spMk id="2" creationId="{71B85ADB-18F2-1076-1720-B8A636CB115E}"/>
          </ac:spMkLst>
        </pc:spChg>
        <pc:spChg chg="mod">
          <ac:chgData name="Lindelwa Twala" userId="f08b58baa3fce337" providerId="LiveId" clId="{A5BE035C-68C2-4E15-BE5D-65719EB84DEE}" dt="2026-10-07T09:44:45.678" v="898"/>
          <ac:spMkLst>
            <pc:docMk/>
            <pc:sldMk cId="746409676" sldId="307"/>
            <ac:spMk id="3" creationId="{E2ED77BD-7A5D-6C2A-9A8E-204C1DE6F04B}"/>
          </ac:spMkLst>
        </pc:spChg>
        <pc:picChg chg="add mod">
          <ac:chgData name="Lindelwa Twala" userId="f08b58baa3fce337" providerId="LiveId" clId="{A5BE035C-68C2-4E15-BE5D-65719EB84DEE}" dt="2026-10-07T09:44:59.249" v="900" actId="1076"/>
          <ac:picMkLst>
            <pc:docMk/>
            <pc:sldMk cId="746409676" sldId="307"/>
            <ac:picMk id="5" creationId="{81FA2C95-2B3E-8A8B-AF23-74C1F0D9D10D}"/>
          </ac:picMkLst>
        </pc:picChg>
      </pc:sldChg>
      <pc:sldChg chg="new del">
        <pc:chgData name="Lindelwa Twala" userId="f08b58baa3fce337" providerId="LiveId" clId="{A5BE035C-68C2-4E15-BE5D-65719EB84DEE}" dt="2026-10-07T10:13:28.611" v="969" actId="18676"/>
        <pc:sldMkLst>
          <pc:docMk/>
          <pc:sldMk cId="2590728110" sldId="308"/>
        </pc:sldMkLst>
      </pc:sldChg>
      <pc:sldChg chg="new del">
        <pc:chgData name="Lindelwa Twala" userId="f08b58baa3fce337" providerId="LiveId" clId="{A5BE035C-68C2-4E15-BE5D-65719EB84DEE}" dt="2026-10-07T10:13:28.611" v="969" actId="18676"/>
        <pc:sldMkLst>
          <pc:docMk/>
          <pc:sldMk cId="68261889" sldId="309"/>
        </pc:sldMkLst>
      </pc:sldChg>
      <pc:sldChg chg="new del">
        <pc:chgData name="Lindelwa Twala" userId="f08b58baa3fce337" providerId="LiveId" clId="{A5BE035C-68C2-4E15-BE5D-65719EB84DEE}" dt="2026-10-07T10:13:28.611" v="969" actId="18676"/>
        <pc:sldMkLst>
          <pc:docMk/>
          <pc:sldMk cId="247314234" sldId="310"/>
        </pc:sldMkLst>
      </pc:sldChg>
      <pc:sldChg chg="addSp delSp modSp new mod ord modClrScheme chgLayout">
        <pc:chgData name="Lindelwa Twala" userId="f08b58baa3fce337" providerId="LiveId" clId="{A5BE035C-68C2-4E15-BE5D-65719EB84DEE}" dt="2026-10-07T09:45:54.716" v="965" actId="113"/>
        <pc:sldMkLst>
          <pc:docMk/>
          <pc:sldMk cId="1709982076" sldId="311"/>
        </pc:sldMkLst>
        <pc:spChg chg="del mod ord">
          <ac:chgData name="Lindelwa Twala" userId="f08b58baa3fce337" providerId="LiveId" clId="{A5BE035C-68C2-4E15-BE5D-65719EB84DEE}" dt="2026-10-07T09:45:45.720" v="946" actId="700"/>
          <ac:spMkLst>
            <pc:docMk/>
            <pc:sldMk cId="1709982076" sldId="311"/>
            <ac:spMk id="2" creationId="{5B6555F6-61AC-E4AF-F32C-0CC17653B512}"/>
          </ac:spMkLst>
        </pc:spChg>
        <pc:spChg chg="del mod ord">
          <ac:chgData name="Lindelwa Twala" userId="f08b58baa3fce337" providerId="LiveId" clId="{A5BE035C-68C2-4E15-BE5D-65719EB84DEE}" dt="2026-10-07T09:45:45.720" v="946" actId="700"/>
          <ac:spMkLst>
            <pc:docMk/>
            <pc:sldMk cId="1709982076" sldId="311"/>
            <ac:spMk id="3" creationId="{2E12F525-DB8C-CF23-DE9C-D4052C396768}"/>
          </ac:spMkLst>
        </pc:spChg>
        <pc:spChg chg="add mod ord">
          <ac:chgData name="Lindelwa Twala" userId="f08b58baa3fce337" providerId="LiveId" clId="{A5BE035C-68C2-4E15-BE5D-65719EB84DEE}" dt="2026-10-07T09:45:54.716" v="965" actId="113"/>
          <ac:spMkLst>
            <pc:docMk/>
            <pc:sldMk cId="1709982076" sldId="311"/>
            <ac:spMk id="4" creationId="{D5172C70-DADA-3721-96F0-B4EEB8FA5B67}"/>
          </ac:spMkLst>
        </pc:spChg>
        <pc:spChg chg="add mod ord">
          <ac:chgData name="Lindelwa Twala" userId="f08b58baa3fce337" providerId="LiveId" clId="{A5BE035C-68C2-4E15-BE5D-65719EB84DEE}" dt="2026-10-07T09:45:45.720" v="946" actId="700"/>
          <ac:spMkLst>
            <pc:docMk/>
            <pc:sldMk cId="1709982076" sldId="311"/>
            <ac:spMk id="5" creationId="{34B6F937-80A6-B67E-341C-5FB0D645B486}"/>
          </ac:spMkLst>
        </pc:spChg>
      </pc:sldChg>
      <pc:sldChg chg="addSp modSp add mod">
        <pc:chgData name="Lindelwa Twala" userId="f08b58baa3fce337" providerId="LiveId" clId="{A5BE035C-68C2-4E15-BE5D-65719EB84DEE}" dt="2026-10-07T10:17:54.888" v="1151" actId="1076"/>
        <pc:sldMkLst>
          <pc:docMk/>
          <pc:sldMk cId="1690103099" sldId="312"/>
        </pc:sldMkLst>
        <pc:spChg chg="mod">
          <ac:chgData name="Lindelwa Twala" userId="f08b58baa3fce337" providerId="LiveId" clId="{A5BE035C-68C2-4E15-BE5D-65719EB84DEE}" dt="2026-10-07T10:17:37.748" v="1149" actId="404"/>
          <ac:spMkLst>
            <pc:docMk/>
            <pc:sldMk cId="1690103099" sldId="312"/>
            <ac:spMk id="3" creationId="{C289A37C-111F-B23D-835D-6A92674EE8DB}"/>
          </ac:spMkLst>
        </pc:spChg>
        <pc:picChg chg="add mod">
          <ac:chgData name="Lindelwa Twala" userId="f08b58baa3fce337" providerId="LiveId" clId="{A5BE035C-68C2-4E15-BE5D-65719EB84DEE}" dt="2026-10-07T10:17:54.888" v="1151" actId="1076"/>
          <ac:picMkLst>
            <pc:docMk/>
            <pc:sldMk cId="1690103099" sldId="312"/>
            <ac:picMk id="5" creationId="{F0B099C3-4662-95C1-325F-6339C09CA77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26A2A8-070A-40A9-8F32-8BEBCEFFEF34}" type="datetimeFigureOut">
              <a:rPr lang="en-ZA" smtClean="0"/>
              <a:t>2026/10/07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C267C6-750B-41FF-8B55-C8FB6961696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72174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That's the whole class: it defines two attributes (</a:t>
            </a:r>
            <a:r>
              <a:rPr lang="en-Z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en-ZA" dirty="0"/>
              <a:t>, </a:t>
            </a:r>
            <a:r>
              <a:rPr lang="en-Z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breed</a:t>
            </a:r>
            <a:r>
              <a:rPr lang="en-ZA" dirty="0"/>
              <a:t>) and one method (</a:t>
            </a:r>
            <a:r>
              <a:rPr lang="en-Z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bark</a:t>
            </a:r>
            <a:r>
              <a:rPr lang="en-ZA" dirty="0"/>
              <a:t>). Nothing has been created or run yet, this is purely the definition.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C267C6-750B-41FF-8B55-C8FB6961696C}" type="slidenum">
              <a:rPr lang="en-ZA" smtClean="0"/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51011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C3D0C-2330-F0A0-68CC-177DF4D3B1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CEA361-7DE5-FCFB-6ADA-88B7D39228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C5D99-95C3-617A-AE57-26E9E6A72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BA91E-F9E8-4028-9599-BD6BD482E27A}" type="datetimeFigureOut">
              <a:rPr lang="en-ZA" smtClean="0"/>
              <a:t>2026/10/07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39217-169D-0569-E9F9-C716B2BEA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BCDD6-89E8-7F4C-5CFE-716D7955D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5197A-3C6B-4CE8-BB13-7E285517A40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93138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E1454-0DA7-CACD-ACA6-9DBC1D3A2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5EBF7-DE9A-53F4-4099-269F6B3BC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9525D-1271-F74E-CC24-A89A0C979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BA91E-F9E8-4028-9599-BD6BD482E27A}" type="datetimeFigureOut">
              <a:rPr lang="en-ZA" smtClean="0"/>
              <a:t>2026/10/07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4CFB6-F5E7-C0C6-E5A6-058BABC70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673B1-FE90-D2EA-2121-68996B4B6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5197A-3C6B-4CE8-BB13-7E285517A40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81591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6D555-557B-03FD-7E32-487AC2FD3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6746F3-6A2A-1D6D-B456-39472DB32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0BBDB-C4CE-31D9-AEAC-088E657C0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BA91E-F9E8-4028-9599-BD6BD482E27A}" type="datetimeFigureOut">
              <a:rPr lang="en-ZA" smtClean="0"/>
              <a:t>2026/10/07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72811-C177-FF46-1AE6-B986CE7DF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EFCC0-0CA6-74D8-1569-452A478BB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5197A-3C6B-4CE8-BB13-7E285517A40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15453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DBCA1-3890-FAAF-8E6D-A058C1128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B5E5E-3B6E-BC84-41F7-3D407BBFDE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F09550-5F8A-4F1C-06E4-73D6DDB3DE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D508A0-D7FC-F690-76E6-328F9B3F8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BA91E-F9E8-4028-9599-BD6BD482E27A}" type="datetimeFigureOut">
              <a:rPr lang="en-ZA" smtClean="0"/>
              <a:t>2026/10/07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C88456-468E-5D79-5C20-D5FC9769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4C193-0A08-7706-C60C-CB137F9E8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5197A-3C6B-4CE8-BB13-7E285517A40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51286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81955-BF42-F3E4-8224-3C2BD2187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E5D4D3-E9D6-7450-D3A4-D5CEB5533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034FCA-99D4-A36A-7230-466CE8261D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E640E2-5988-D84B-24F6-388141566A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00A645-FEA8-2A35-B69F-7F9EA31737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1ED640-DC98-E8F7-E5D8-AB184D4DD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BA91E-F9E8-4028-9599-BD6BD482E27A}" type="datetimeFigureOut">
              <a:rPr lang="en-ZA" smtClean="0"/>
              <a:t>2026/10/07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BC2B19-4567-32F3-D9A2-0F16FD8E1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FFAC91-7329-F63D-6469-96E62A5CB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5197A-3C6B-4CE8-BB13-7E285517A40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45480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E6865-94A4-24A3-5524-1C77ADCC8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15A6C5-0C8D-0102-96C3-3AF1E9360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BA91E-F9E8-4028-9599-BD6BD482E27A}" type="datetimeFigureOut">
              <a:rPr lang="en-ZA" smtClean="0"/>
              <a:t>2026/10/07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3146FD-5694-87D0-ACC3-B98E733CD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343889-A3C2-7C1D-E130-731033EE1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5197A-3C6B-4CE8-BB13-7E285517A40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31025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F94E0B-2FC4-5927-F4A5-54694A0D5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BA91E-F9E8-4028-9599-BD6BD482E27A}" type="datetimeFigureOut">
              <a:rPr lang="en-ZA" smtClean="0"/>
              <a:t>2026/10/07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C4334C-E074-B838-5CA0-5D02C59D9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4BAC8E-0FDC-B042-D2AF-219794923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5197A-3C6B-4CE8-BB13-7E285517A40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42441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33616-2799-C328-0EAA-DC8F6B9CD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2E2CE-6DDD-9240-7617-B7A128EB6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420B20-947C-1612-A973-0A4C1AC11D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E0FF63-5C65-77D1-A761-951AC9997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BA91E-F9E8-4028-9599-BD6BD482E27A}" type="datetimeFigureOut">
              <a:rPr lang="en-ZA" smtClean="0"/>
              <a:t>2026/10/07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F816C1-68EC-9044-1E70-53384D8D7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26AE6E-80B3-CF19-2A39-CA275B9FC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5197A-3C6B-4CE8-BB13-7E285517A40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53831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254F3-A98C-9EF8-408F-76E689B12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01E55B-421A-FEE4-8A0C-0B107EE5E9B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8EEF9-B56C-B3F2-3ADA-FC66EB244C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939DC0-BF29-2B46-6C7D-2B6022794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BA91E-F9E8-4028-9599-BD6BD482E27A}" type="datetimeFigureOut">
              <a:rPr lang="en-ZA" smtClean="0"/>
              <a:t>2026/10/07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85CD1-5CCB-7B7F-1088-32E4600BC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6E9A9D-CEF9-0F94-CBD6-4DCF32B90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5197A-3C6B-4CE8-BB13-7E285517A40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18483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DD0A4-E0EE-9B00-C33E-01E402B17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CAAF49-80AD-3806-AF04-9AE658E4B9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1C074-3193-39DD-BE18-549363552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BA91E-F9E8-4028-9599-BD6BD482E27A}" type="datetimeFigureOut">
              <a:rPr lang="en-ZA" smtClean="0"/>
              <a:t>2026/10/07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782B1-37F3-84CF-BCA5-F59A907A9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D0E70-521A-D686-F883-9BEB8238F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5197A-3C6B-4CE8-BB13-7E285517A40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75284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89110A-EB01-119A-97D5-B04A48D312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2E5061-83CE-2D71-C51E-50C6FE3DA5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9F077-B29E-136B-D0D4-02719B1A9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BA91E-F9E8-4028-9599-BD6BD482E27A}" type="datetimeFigureOut">
              <a:rPr lang="en-ZA" smtClean="0"/>
              <a:t>2026/10/07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E6F016-9E5A-465B-9572-FE824B223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4213B-8D71-1B03-A0F0-EE80CE2B7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5197A-3C6B-4CE8-BB13-7E285517A40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06070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38F651-1FAE-587E-4AD7-E9EEA2CE5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AE5462-C3AE-DCB0-CFF3-66FD95FB3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4BD38-FE31-634C-B5B4-0F8FDEBD7A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DBA91E-F9E8-4028-9599-BD6BD482E27A}" type="datetimeFigureOut">
              <a:rPr lang="en-ZA" smtClean="0"/>
              <a:t>2026/10/07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ADD12-592C-B34E-87CD-AC93D7B69B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527D4-5062-3F12-B38F-06C8F1BBDF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F5197A-3C6B-4CE8-BB13-7E285517A40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78324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172C70-DADA-3721-96F0-B4EEB8FA5B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b="1" dirty="0"/>
              <a:t>Class and objects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4B6F937-80A6-B67E-341C-5FB0D645B4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09982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F64B5-AA9B-B0BB-EB87-F2851FEC7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 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3FB56-378E-6F22-7294-40EED1319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en-ZA" dirty="0"/>
              <a:t>A class is a blueprint or template</a:t>
            </a:r>
          </a:p>
          <a:p>
            <a:pPr lvl="0"/>
            <a:r>
              <a:rPr lang="en-ZA" dirty="0"/>
              <a:t>It describes what something </a:t>
            </a:r>
            <a:r>
              <a:rPr lang="en-ZA" i="1" dirty="0"/>
              <a:t>should</a:t>
            </a:r>
            <a:r>
              <a:rPr lang="en-ZA" dirty="0"/>
              <a:t> look like, but isn't the real thing itself</a:t>
            </a:r>
          </a:p>
          <a:p>
            <a:pPr marL="0" indent="0">
              <a:buNone/>
            </a:pPr>
            <a:r>
              <a:rPr lang="en-ZA" b="1" dirty="0"/>
              <a:t>What a class contains:</a:t>
            </a:r>
            <a:endParaRPr lang="en-ZA" dirty="0"/>
          </a:p>
          <a:p>
            <a:pPr lvl="0"/>
            <a:r>
              <a:rPr lang="en-ZA" dirty="0"/>
              <a:t>Attributes — the data/info it will hold (like </a:t>
            </a:r>
            <a:r>
              <a:rPr lang="en-ZA" i="1" dirty="0"/>
              <a:t>name</a:t>
            </a:r>
            <a:r>
              <a:rPr lang="en-ZA" dirty="0"/>
              <a:t>, </a:t>
            </a:r>
            <a:r>
              <a:rPr lang="en-ZA" i="1" dirty="0"/>
              <a:t>age</a:t>
            </a:r>
            <a:r>
              <a:rPr lang="en-ZA" dirty="0"/>
              <a:t>, </a:t>
            </a:r>
            <a:r>
              <a:rPr lang="en-ZA" i="1" dirty="0" err="1"/>
              <a:t>color</a:t>
            </a:r>
            <a:r>
              <a:rPr lang="en-ZA" dirty="0"/>
              <a:t>)</a:t>
            </a:r>
          </a:p>
          <a:p>
            <a:pPr lvl="0"/>
            <a:r>
              <a:rPr lang="en-ZA" dirty="0"/>
              <a:t>Methods — the actions it can do (like </a:t>
            </a:r>
            <a:r>
              <a:rPr lang="en-ZA" i="1" dirty="0"/>
              <a:t>bark</a:t>
            </a:r>
            <a:r>
              <a:rPr lang="en-ZA" dirty="0"/>
              <a:t>, </a:t>
            </a:r>
            <a:r>
              <a:rPr lang="en-ZA" i="1" dirty="0"/>
              <a:t>drive</a:t>
            </a:r>
            <a:r>
              <a:rPr lang="en-ZA" dirty="0"/>
              <a:t>, </a:t>
            </a:r>
            <a:r>
              <a:rPr lang="en-ZA" i="1" dirty="0"/>
              <a:t>save</a:t>
            </a:r>
            <a:r>
              <a:rPr lang="en-ZA" dirty="0"/>
              <a:t>)</a:t>
            </a:r>
          </a:p>
          <a:p>
            <a:pPr marL="0" indent="0">
              <a:buNone/>
            </a:pPr>
            <a:r>
              <a:rPr lang="en-ZA" b="1" dirty="0"/>
              <a:t>Simple example:</a:t>
            </a:r>
            <a:endParaRPr lang="en-ZA" dirty="0"/>
          </a:p>
          <a:p>
            <a:pPr lvl="0"/>
            <a:r>
              <a:rPr lang="en-ZA" dirty="0"/>
              <a:t>A Dog class might say: "every dog has a name and a breed, and every dog can bark"</a:t>
            </a:r>
          </a:p>
          <a:p>
            <a:pPr lvl="0"/>
            <a:r>
              <a:rPr lang="en-ZA" dirty="0"/>
              <a:t>That's it — the class is just the definition, nothing is created yet</a:t>
            </a:r>
          </a:p>
          <a:p>
            <a:pPr marL="0" indent="0">
              <a:buNone/>
            </a:pPr>
            <a:r>
              <a:rPr lang="en-ZA" b="1" dirty="0"/>
              <a:t>Why we write classes:</a:t>
            </a:r>
            <a:endParaRPr lang="en-ZA" dirty="0"/>
          </a:p>
          <a:p>
            <a:pPr lvl="0"/>
            <a:r>
              <a:rPr lang="en-ZA" dirty="0"/>
              <a:t>So we don't repeat the same structure over and over</a:t>
            </a:r>
          </a:p>
          <a:p>
            <a:pPr lvl="0"/>
            <a:r>
              <a:rPr lang="en-ZA" dirty="0"/>
              <a:t>One class = one reusable definition for many future things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AC9E07-63C6-E776-40B3-717F14603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6431" y="0"/>
            <a:ext cx="2715569" cy="2140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166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31BCF-DA82-36EA-E52B-704FBEF23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 example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51875-B880-A986-D199-F810AE6E7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ZA" dirty="0"/>
              <a:t>python</a:t>
            </a:r>
          </a:p>
          <a:p>
            <a:r>
              <a:rPr lang="en-ZA" dirty="0"/>
              <a:t>class</a:t>
            </a:r>
            <a:r>
              <a:rPr lang="en-ZA" b="1" dirty="0">
                <a:solidFill>
                  <a:srgbClr val="FF0000"/>
                </a:solidFill>
              </a:rPr>
              <a:t> Dog</a:t>
            </a:r>
            <a:r>
              <a:rPr lang="en-ZA" dirty="0"/>
              <a:t>:				</a:t>
            </a:r>
            <a:r>
              <a:rPr lang="en-ZA" b="1" dirty="0">
                <a:solidFill>
                  <a:srgbClr val="FF0000"/>
                </a:solidFill>
              </a:rPr>
              <a:t># Has to be a capital letter</a:t>
            </a:r>
          </a:p>
          <a:p>
            <a:r>
              <a:rPr lang="en-ZA" dirty="0"/>
              <a:t>    def __</a:t>
            </a:r>
            <a:r>
              <a:rPr lang="en-ZA" dirty="0" err="1"/>
              <a:t>init</a:t>
            </a:r>
            <a:r>
              <a:rPr lang="en-ZA" dirty="0"/>
              <a:t>__(self, name, breed):</a:t>
            </a:r>
          </a:p>
          <a:p>
            <a:r>
              <a:rPr lang="en-ZA" dirty="0"/>
              <a:t>        self.</a:t>
            </a:r>
            <a:r>
              <a:rPr lang="en-ZA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name</a:t>
            </a:r>
            <a:r>
              <a:rPr lang="en-ZA" dirty="0"/>
              <a:t> = name			</a:t>
            </a:r>
            <a:r>
              <a:rPr lang="en-ZA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# Attributes</a:t>
            </a:r>
          </a:p>
          <a:p>
            <a:r>
              <a:rPr lang="en-ZA" dirty="0"/>
              <a:t>        </a:t>
            </a:r>
            <a:r>
              <a:rPr lang="en-ZA" dirty="0" err="1"/>
              <a:t>self.</a:t>
            </a:r>
            <a:r>
              <a:rPr lang="en-ZA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breed</a:t>
            </a:r>
            <a:r>
              <a:rPr lang="en-ZA" dirty="0"/>
              <a:t> = breed</a:t>
            </a:r>
          </a:p>
          <a:p>
            <a:endParaRPr lang="en-ZA" dirty="0"/>
          </a:p>
          <a:p>
            <a:r>
              <a:rPr lang="en-ZA" dirty="0"/>
              <a:t>    def </a:t>
            </a:r>
            <a:r>
              <a:rPr lang="en-ZA" b="1" dirty="0">
                <a:solidFill>
                  <a:srgbClr val="00B050"/>
                </a:solidFill>
              </a:rPr>
              <a:t>bark</a:t>
            </a:r>
            <a:r>
              <a:rPr lang="en-ZA" dirty="0"/>
              <a:t>(</a:t>
            </a:r>
            <a:r>
              <a:rPr lang="en-ZA"/>
              <a:t>self):				</a:t>
            </a:r>
            <a:r>
              <a:rPr lang="en-ZA" b="1">
                <a:solidFill>
                  <a:srgbClr val="00B050"/>
                </a:solidFill>
              </a:rPr>
              <a:t># Action</a:t>
            </a:r>
            <a:endParaRPr lang="en-ZA" dirty="0"/>
          </a:p>
          <a:p>
            <a:r>
              <a:rPr lang="en-ZA" dirty="0"/>
              <a:t>        return f"{self.name} says Woof!"</a:t>
            </a:r>
          </a:p>
          <a:p>
            <a:pPr marL="0" indent="0">
              <a:buNone/>
            </a:pPr>
            <a:r>
              <a:rPr lang="en-ZA" b="1" dirty="0"/>
              <a:t>Let's break down what's happening line by line:</a:t>
            </a:r>
          </a:p>
          <a:p>
            <a:pPr lvl="0"/>
            <a:r>
              <a:rPr lang="en-ZA" dirty="0"/>
              <a:t>class Dog: — this starts the class definition. Dog is the name of our blueprint.</a:t>
            </a:r>
          </a:p>
          <a:p>
            <a:pPr lvl="0"/>
            <a:r>
              <a:rPr lang="en-ZA" dirty="0"/>
              <a:t>def __</a:t>
            </a:r>
            <a:r>
              <a:rPr lang="en-ZA" dirty="0" err="1"/>
              <a:t>init</a:t>
            </a:r>
            <a:r>
              <a:rPr lang="en-ZA" dirty="0"/>
              <a:t>__(self, name, breed): — this is a special method that sets up the initial data whenever the blueprint gets used. name and breed are the attributes this class will hold.</a:t>
            </a:r>
          </a:p>
          <a:p>
            <a:pPr lvl="0"/>
            <a:r>
              <a:rPr lang="en-ZA" dirty="0"/>
              <a:t>self.name = name and </a:t>
            </a:r>
            <a:r>
              <a:rPr lang="en-ZA" dirty="0" err="1"/>
              <a:t>self.breed</a:t>
            </a:r>
            <a:r>
              <a:rPr lang="en-ZA" dirty="0"/>
              <a:t> = breed — these lines store the given name and breed as part of the class's structure.</a:t>
            </a:r>
          </a:p>
          <a:p>
            <a:pPr lvl="0"/>
            <a:r>
              <a:rPr lang="en-ZA" dirty="0"/>
              <a:t>def bark(self): — this defines a method, an action the class can perform.</a:t>
            </a:r>
          </a:p>
          <a:p>
            <a:pPr lvl="0"/>
            <a:r>
              <a:rPr lang="en-ZA" dirty="0"/>
              <a:t>return f"{self.name} says Woof!" — this is what happens when bark() is called.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34874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DAFD2-CCB4-3DD1-43CD-260F97C67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F0F05-0524-B630-BC38-AE70F0469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 example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1E157-2ADB-C6EA-E149-111E4F944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ZA" dirty="0"/>
              <a:t>Now you can create actual dog objects from this class:</a:t>
            </a:r>
          </a:p>
          <a:p>
            <a:r>
              <a:rPr lang="en-ZA" dirty="0"/>
              <a:t>python</a:t>
            </a:r>
          </a:p>
          <a:p>
            <a:r>
              <a:rPr lang="en-ZA" dirty="0" err="1"/>
              <a:t>my_dog</a:t>
            </a:r>
            <a:r>
              <a:rPr lang="en-ZA" dirty="0"/>
              <a:t> = Dog("Rex", "Labrador")</a:t>
            </a:r>
          </a:p>
          <a:p>
            <a:r>
              <a:rPr lang="en-ZA" dirty="0" err="1"/>
              <a:t>your_dog</a:t>
            </a:r>
            <a:r>
              <a:rPr lang="en-ZA" dirty="0"/>
              <a:t> = Dog("Bella", "Poodle")</a:t>
            </a:r>
          </a:p>
          <a:p>
            <a:endParaRPr lang="en-ZA" dirty="0"/>
          </a:p>
          <a:p>
            <a:r>
              <a:rPr lang="en-ZA" dirty="0"/>
              <a:t>print(</a:t>
            </a:r>
            <a:r>
              <a:rPr lang="en-ZA" dirty="0" err="1"/>
              <a:t>my_dog.bark</a:t>
            </a:r>
            <a:r>
              <a:rPr lang="en-ZA" dirty="0"/>
              <a:t>())    # Rex says Woof!</a:t>
            </a:r>
          </a:p>
          <a:p>
            <a:r>
              <a:rPr lang="en-ZA" dirty="0"/>
              <a:t>print(</a:t>
            </a:r>
            <a:r>
              <a:rPr lang="en-ZA" dirty="0" err="1"/>
              <a:t>your_dog.bark</a:t>
            </a:r>
            <a:r>
              <a:rPr lang="en-ZA" dirty="0"/>
              <a:t>())  # Bella says Woof!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797691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B6290-D466-6176-8C69-C32C28BC3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D782A-BE54-283D-6710-0DEBF8CC4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 example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5F553-023F-73D4-EA87-23B758D71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ZA" b="1" dirty="0"/>
              <a:t>Line 1:</a:t>
            </a:r>
            <a:r>
              <a:rPr lang="en-ZA" dirty="0"/>
              <a:t> </a:t>
            </a:r>
            <a:r>
              <a:rPr lang="en-ZA" dirty="0" err="1"/>
              <a:t>my_dog</a:t>
            </a:r>
            <a:r>
              <a:rPr lang="en-ZA" dirty="0"/>
              <a:t> = Dog("Rex", "Labrador")</a:t>
            </a:r>
          </a:p>
          <a:p>
            <a:pPr lvl="0"/>
            <a:r>
              <a:rPr lang="en-ZA" dirty="0"/>
              <a:t>This creates a real dog using the Dog blueprint</a:t>
            </a:r>
          </a:p>
          <a:p>
            <a:pPr lvl="0"/>
            <a:r>
              <a:rPr lang="en-ZA" dirty="0"/>
              <a:t>"Rex" becomes the name, "Labrador" becomes the breed</a:t>
            </a:r>
          </a:p>
          <a:p>
            <a:pPr lvl="0"/>
            <a:r>
              <a:rPr lang="en-ZA" dirty="0"/>
              <a:t>This real dog is stored in a variable called </a:t>
            </a:r>
            <a:r>
              <a:rPr lang="en-ZA" dirty="0" err="1"/>
              <a:t>my_dog</a:t>
            </a:r>
            <a:endParaRPr lang="en-ZA" dirty="0"/>
          </a:p>
          <a:p>
            <a:pPr marL="0" indent="0">
              <a:buNone/>
            </a:pPr>
            <a:r>
              <a:rPr lang="en-ZA" b="1" dirty="0"/>
              <a:t>Line 2:</a:t>
            </a:r>
            <a:r>
              <a:rPr lang="en-ZA" dirty="0"/>
              <a:t> </a:t>
            </a:r>
            <a:r>
              <a:rPr lang="en-ZA" dirty="0" err="1"/>
              <a:t>your_dog</a:t>
            </a:r>
            <a:r>
              <a:rPr lang="en-ZA" dirty="0"/>
              <a:t> = Dog("Bella", "Poodle")</a:t>
            </a:r>
          </a:p>
          <a:p>
            <a:pPr lvl="0"/>
            <a:r>
              <a:rPr lang="en-ZA" dirty="0"/>
              <a:t>Same thing, but a separate dog</a:t>
            </a:r>
          </a:p>
          <a:p>
            <a:pPr lvl="0"/>
            <a:r>
              <a:rPr lang="en-ZA" dirty="0"/>
              <a:t>"Bella" is the name, "Poodle" is the breed</a:t>
            </a:r>
          </a:p>
          <a:p>
            <a:pPr lvl="0"/>
            <a:r>
              <a:rPr lang="en-ZA" dirty="0"/>
              <a:t>Stored in a different variable, </a:t>
            </a:r>
            <a:r>
              <a:rPr lang="en-ZA" dirty="0" err="1"/>
              <a:t>your_dog</a:t>
            </a:r>
            <a:endParaRPr lang="en-ZA" dirty="0"/>
          </a:p>
          <a:p>
            <a:pPr lvl="0"/>
            <a:r>
              <a:rPr lang="en-ZA" dirty="0"/>
              <a:t>This dog is completely separate from </a:t>
            </a:r>
            <a:r>
              <a:rPr lang="en-ZA" dirty="0" err="1"/>
              <a:t>my_dog</a:t>
            </a:r>
            <a:r>
              <a:rPr lang="en-ZA" dirty="0"/>
              <a:t> — they don't share data</a:t>
            </a:r>
          </a:p>
          <a:p>
            <a:pPr marL="0" indent="0">
              <a:buNone/>
            </a:pPr>
            <a:r>
              <a:rPr lang="en-ZA" b="1" dirty="0"/>
              <a:t>Line 3:</a:t>
            </a:r>
            <a:r>
              <a:rPr lang="en-ZA" dirty="0"/>
              <a:t> print(</a:t>
            </a:r>
            <a:r>
              <a:rPr lang="en-ZA" dirty="0" err="1"/>
              <a:t>my_dog.bark</a:t>
            </a:r>
            <a:r>
              <a:rPr lang="en-ZA" dirty="0"/>
              <a:t>())</a:t>
            </a:r>
          </a:p>
          <a:p>
            <a:pPr lvl="0"/>
            <a:r>
              <a:rPr lang="en-ZA" dirty="0"/>
              <a:t>This calls the bark() method on </a:t>
            </a:r>
            <a:r>
              <a:rPr lang="en-ZA" dirty="0" err="1"/>
              <a:t>my_dog</a:t>
            </a:r>
            <a:endParaRPr lang="en-ZA" dirty="0"/>
          </a:p>
          <a:p>
            <a:pPr lvl="0"/>
            <a:r>
              <a:rPr lang="en-ZA" dirty="0"/>
              <a:t>It runs the method using </a:t>
            </a:r>
            <a:r>
              <a:rPr lang="en-ZA" dirty="0" err="1"/>
              <a:t>my_dog's</a:t>
            </a:r>
            <a:r>
              <a:rPr lang="en-ZA" dirty="0"/>
              <a:t> own name, so it returns "Rex says Woof!"</a:t>
            </a:r>
          </a:p>
          <a:p>
            <a:pPr lvl="0"/>
            <a:r>
              <a:rPr lang="en-ZA" dirty="0"/>
              <a:t>print() then displays that text</a:t>
            </a:r>
          </a:p>
          <a:p>
            <a:pPr marL="0" indent="0">
              <a:buNone/>
            </a:pPr>
            <a:r>
              <a:rPr lang="en-ZA" b="1" dirty="0"/>
              <a:t>Line 4:</a:t>
            </a:r>
            <a:r>
              <a:rPr lang="en-ZA" dirty="0"/>
              <a:t> print(</a:t>
            </a:r>
            <a:r>
              <a:rPr lang="en-ZA" dirty="0" err="1"/>
              <a:t>your_dog.bark</a:t>
            </a:r>
            <a:r>
              <a:rPr lang="en-ZA" dirty="0"/>
              <a:t>())</a:t>
            </a:r>
          </a:p>
          <a:p>
            <a:pPr lvl="0"/>
            <a:r>
              <a:rPr lang="en-ZA" dirty="0"/>
              <a:t>Same idea, but using </a:t>
            </a:r>
            <a:r>
              <a:rPr lang="en-ZA" dirty="0" err="1"/>
              <a:t>your_dog's</a:t>
            </a:r>
            <a:r>
              <a:rPr lang="en-ZA" dirty="0"/>
              <a:t> info</a:t>
            </a:r>
          </a:p>
          <a:p>
            <a:pPr lvl="0"/>
            <a:r>
              <a:rPr lang="en-ZA" dirty="0"/>
              <a:t>Returns "Bella says Woof!"</a:t>
            </a:r>
          </a:p>
          <a:p>
            <a:pPr marL="0" indent="0">
              <a:buNone/>
            </a:pPr>
            <a:r>
              <a:rPr lang="en-ZA" b="1" dirty="0"/>
              <a:t>The big idea:</a:t>
            </a:r>
            <a:endParaRPr lang="en-ZA" dirty="0"/>
          </a:p>
          <a:p>
            <a:pPr lvl="0"/>
            <a:r>
              <a:rPr lang="en-ZA" dirty="0"/>
              <a:t>One class (Dog) was used to create two separate real dogs</a:t>
            </a:r>
          </a:p>
          <a:p>
            <a:pPr lvl="0"/>
            <a:r>
              <a:rPr lang="en-ZA" dirty="0"/>
              <a:t>Each one keeps its own name and breed, even though they came from the same blueprint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342375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27FD4-FEF1-45C2-9224-D6F888BA4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Objects 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87D63-AAD9-B916-8726-04C142764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lvl="0"/>
            <a:r>
              <a:rPr lang="en-ZA" dirty="0"/>
              <a:t>An object is a real thing created from a class</a:t>
            </a:r>
          </a:p>
          <a:p>
            <a:pPr lvl="0"/>
            <a:r>
              <a:rPr lang="en-ZA" dirty="0"/>
              <a:t>The class is the blueprint; the object is the actual built thing</a:t>
            </a:r>
          </a:p>
          <a:p>
            <a:pPr lvl="0"/>
            <a:r>
              <a:rPr lang="en-ZA" dirty="0"/>
              <a:t>Made up of attributes and methods</a:t>
            </a:r>
          </a:p>
          <a:p>
            <a:pPr lvl="0"/>
            <a:r>
              <a:rPr lang="en-ZA" dirty="0"/>
              <a:t>Creating an object from a class is called "instantiation" — you're making an "instance" of that class</a:t>
            </a:r>
          </a:p>
          <a:p>
            <a:pPr marL="0" indent="0">
              <a:buNone/>
            </a:pPr>
            <a:r>
              <a:rPr lang="en-ZA" b="1" dirty="0"/>
              <a:t>Going back to our Dog class:</a:t>
            </a:r>
            <a:endParaRPr lang="en-ZA" dirty="0"/>
          </a:p>
          <a:p>
            <a:r>
              <a:rPr lang="en-ZA" dirty="0"/>
              <a:t>python</a:t>
            </a:r>
          </a:p>
          <a:p>
            <a:r>
              <a:rPr lang="en-ZA" dirty="0"/>
              <a:t>class Dog:</a:t>
            </a:r>
          </a:p>
          <a:p>
            <a:r>
              <a:rPr lang="en-ZA" dirty="0"/>
              <a:t>    def __</a:t>
            </a:r>
            <a:r>
              <a:rPr lang="en-ZA" dirty="0" err="1"/>
              <a:t>init</a:t>
            </a:r>
            <a:r>
              <a:rPr lang="en-ZA" dirty="0"/>
              <a:t>__(self, name, breed):</a:t>
            </a:r>
          </a:p>
          <a:p>
            <a:r>
              <a:rPr lang="en-ZA" dirty="0"/>
              <a:t>        self.name = name</a:t>
            </a:r>
          </a:p>
          <a:p>
            <a:r>
              <a:rPr lang="en-ZA" dirty="0"/>
              <a:t>        </a:t>
            </a:r>
            <a:r>
              <a:rPr lang="en-ZA" dirty="0" err="1"/>
              <a:t>self.breed</a:t>
            </a:r>
            <a:r>
              <a:rPr lang="en-ZA" dirty="0"/>
              <a:t> = breed</a:t>
            </a:r>
          </a:p>
          <a:p>
            <a:endParaRPr lang="en-ZA" dirty="0"/>
          </a:p>
          <a:p>
            <a:r>
              <a:rPr lang="en-ZA" dirty="0"/>
              <a:t>    def bark(self):</a:t>
            </a:r>
          </a:p>
          <a:p>
            <a:r>
              <a:rPr lang="en-ZA" dirty="0"/>
              <a:t>        return f"{self.name} says Woof!"</a:t>
            </a:r>
          </a:p>
          <a:p>
            <a:r>
              <a:rPr lang="en-ZA" dirty="0"/>
              <a:t>This is still just the blueprint. No dog exists yet.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831876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10050-3C62-B171-9430-0502F67C3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E9314-0AFE-9662-8D25-876183F43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Objects 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6D855-D404-37DB-3EBB-B4504F065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ZA" b="1" dirty="0"/>
              <a:t>Now we create objects:</a:t>
            </a:r>
            <a:endParaRPr lang="en-ZA" dirty="0"/>
          </a:p>
          <a:p>
            <a:r>
              <a:rPr lang="en-ZA" dirty="0"/>
              <a:t>python</a:t>
            </a:r>
          </a:p>
          <a:p>
            <a:r>
              <a:rPr lang="en-ZA" dirty="0" err="1"/>
              <a:t>my_dog</a:t>
            </a:r>
            <a:r>
              <a:rPr lang="en-ZA" dirty="0"/>
              <a:t> = Dog("Rex", "Labrador")</a:t>
            </a:r>
          </a:p>
          <a:p>
            <a:r>
              <a:rPr lang="en-ZA" dirty="0" err="1"/>
              <a:t>your_dog</a:t>
            </a:r>
            <a:r>
              <a:rPr lang="en-ZA" dirty="0"/>
              <a:t> = Dog("Bella", "Poodle")</a:t>
            </a:r>
          </a:p>
          <a:p>
            <a:pPr lvl="0"/>
            <a:r>
              <a:rPr lang="en-ZA" dirty="0"/>
              <a:t>Dog("Rex", "Labrador") builds a real dog using the blueprint</a:t>
            </a:r>
          </a:p>
          <a:p>
            <a:pPr lvl="0"/>
            <a:r>
              <a:rPr lang="en-ZA" dirty="0"/>
              <a:t>That real dog gets stored in the variable </a:t>
            </a:r>
            <a:r>
              <a:rPr lang="en-ZA" dirty="0" err="1"/>
              <a:t>my_dog</a:t>
            </a:r>
            <a:endParaRPr lang="en-ZA" dirty="0"/>
          </a:p>
          <a:p>
            <a:pPr lvl="0"/>
            <a:r>
              <a:rPr lang="en-ZA" dirty="0" err="1"/>
              <a:t>your_dog</a:t>
            </a:r>
            <a:r>
              <a:rPr lang="en-ZA" dirty="0"/>
              <a:t> is a second, separate real dog, built from the same blueprint</a:t>
            </a:r>
          </a:p>
          <a:p>
            <a:pPr marL="0" indent="0">
              <a:buNone/>
            </a:pPr>
            <a:r>
              <a:rPr lang="en-ZA" b="1" dirty="0"/>
              <a:t>Key idea — objects are independent:</a:t>
            </a:r>
            <a:endParaRPr lang="en-ZA" dirty="0"/>
          </a:p>
          <a:p>
            <a:pPr lvl="0"/>
            <a:r>
              <a:rPr lang="en-ZA" dirty="0" err="1"/>
              <a:t>my_dog</a:t>
            </a:r>
            <a:r>
              <a:rPr lang="en-ZA" dirty="0"/>
              <a:t> and </a:t>
            </a:r>
            <a:r>
              <a:rPr lang="en-ZA" dirty="0" err="1"/>
              <a:t>your_dog</a:t>
            </a:r>
            <a:r>
              <a:rPr lang="en-ZA" dirty="0"/>
              <a:t> both came from Dog, but they don't share data</a:t>
            </a:r>
          </a:p>
          <a:p>
            <a:pPr lvl="0"/>
            <a:r>
              <a:rPr lang="en-ZA" dirty="0"/>
              <a:t>my_dog.name is "Rex", your_dog.name is "Bella" — changing one never touches the other</a:t>
            </a:r>
          </a:p>
          <a:p>
            <a:pPr lvl="0"/>
            <a:r>
              <a:rPr lang="en-ZA" dirty="0"/>
              <a:t>Each object has its own copy of the attributes defined by the class</a:t>
            </a:r>
          </a:p>
          <a:p>
            <a:pPr lvl="0"/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117118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DBE2B-C187-26E4-7F71-7674EED3E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60E00-5D0F-7445-5A2B-DD40908F7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Objects 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874AF-165D-E079-9D28-F1DDA560E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ZA" b="1" dirty="0"/>
              <a:t>Calling a method on an object:</a:t>
            </a:r>
            <a:endParaRPr lang="en-ZA" dirty="0"/>
          </a:p>
          <a:p>
            <a:r>
              <a:rPr lang="en-ZA" dirty="0"/>
              <a:t>python</a:t>
            </a:r>
          </a:p>
          <a:p>
            <a:r>
              <a:rPr lang="en-ZA" dirty="0"/>
              <a:t>print(</a:t>
            </a:r>
            <a:r>
              <a:rPr lang="en-ZA" dirty="0" err="1"/>
              <a:t>my_dog.bark</a:t>
            </a:r>
            <a:r>
              <a:rPr lang="en-ZA" dirty="0"/>
              <a:t>())    			# Rex says Woof!</a:t>
            </a:r>
          </a:p>
          <a:p>
            <a:r>
              <a:rPr lang="en-ZA" dirty="0"/>
              <a:t>print(</a:t>
            </a:r>
            <a:r>
              <a:rPr lang="en-ZA" dirty="0" err="1"/>
              <a:t>your_dog.bark</a:t>
            </a:r>
            <a:r>
              <a:rPr lang="en-ZA" dirty="0"/>
              <a:t>())  			# Bella says Woof!</a:t>
            </a:r>
          </a:p>
          <a:p>
            <a:pPr lvl="0"/>
            <a:r>
              <a:rPr lang="en-ZA" dirty="0"/>
              <a:t>.bark() uses whatever data that </a:t>
            </a:r>
            <a:r>
              <a:rPr lang="en-ZA" i="1" dirty="0"/>
              <a:t>specific</a:t>
            </a:r>
            <a:r>
              <a:rPr lang="en-ZA" dirty="0"/>
              <a:t> object holds</a:t>
            </a:r>
          </a:p>
          <a:p>
            <a:pPr lvl="0"/>
            <a:r>
              <a:rPr lang="en-ZA" dirty="0"/>
              <a:t>So </a:t>
            </a:r>
            <a:r>
              <a:rPr lang="en-ZA" dirty="0" err="1"/>
              <a:t>my_dog.bark</a:t>
            </a:r>
            <a:r>
              <a:rPr lang="en-ZA" dirty="0"/>
              <a:t>() uses Rex's name, </a:t>
            </a:r>
            <a:r>
              <a:rPr lang="en-ZA" dirty="0" err="1"/>
              <a:t>your_dog.bark</a:t>
            </a:r>
            <a:r>
              <a:rPr lang="en-ZA" dirty="0"/>
              <a:t>() uses Bella's name</a:t>
            </a:r>
          </a:p>
          <a:p>
            <a:pPr marL="0" indent="0">
              <a:buNone/>
            </a:pPr>
            <a:r>
              <a:rPr lang="en-ZA" b="1" dirty="0"/>
              <a:t>Simple mental note:</a:t>
            </a:r>
            <a:endParaRPr lang="en-ZA" dirty="0"/>
          </a:p>
          <a:p>
            <a:pPr lvl="0"/>
            <a:r>
              <a:rPr lang="en-ZA" dirty="0"/>
              <a:t>Class = the plan (one)</a:t>
            </a:r>
          </a:p>
          <a:p>
            <a:pPr lvl="0"/>
            <a:r>
              <a:rPr lang="en-ZA" dirty="0"/>
              <a:t>Object = a real thing built from the plan (can be many, each separate)</a:t>
            </a:r>
          </a:p>
          <a:p>
            <a:pPr lvl="0"/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103148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0F6C7-6F45-1BFC-E933-780FA85A8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456C3-211E-81F6-B4DA-8DA68FE8B7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Understanding </a:t>
            </a:r>
            <a:r>
              <a:rPr lang="en-GB" b="1" dirty="0" err="1"/>
              <a:t>init</a:t>
            </a:r>
            <a:r>
              <a:rPr lang="en-GB" b="1" dirty="0"/>
              <a:t>() Method and ‘self’ Parameter</a:t>
            </a:r>
            <a:endParaRPr lang="en-ZA" b="1" dirty="0"/>
          </a:p>
        </p:txBody>
      </p:sp>
    </p:spTree>
    <p:extLst>
      <p:ext uri="{BB962C8B-B14F-4D97-AF65-F5344CB8AC3E}">
        <p14:creationId xmlns:p14="http://schemas.microsoft.com/office/powerpoint/2010/main" val="2874371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7B6AC-FB66-06AF-FAAE-EBB7B89C0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__Init__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6059A-7EF5-7B2A-64E7-A603785E9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The __</a:t>
            </a:r>
            <a:r>
              <a:rPr lang="en-ZA" dirty="0" err="1"/>
              <a:t>init</a:t>
            </a:r>
            <a:r>
              <a:rPr lang="en-ZA" dirty="0"/>
              <a:t>__ function is called a constructor, or initializer, and is automatically called when you create a new instance of a class</a:t>
            </a:r>
          </a:p>
          <a:p>
            <a:r>
              <a:rPr lang="en-ZA" dirty="0"/>
              <a:t>It runs automatically right after a new object is created from a class, and its job is to set up the object's starting state\we initialize attributes</a:t>
            </a:r>
          </a:p>
          <a:p>
            <a:r>
              <a:rPr lang="en-ZA" dirty="0"/>
              <a:t>It’s automatically executed with every new class instance</a:t>
            </a:r>
          </a:p>
          <a:p>
            <a:r>
              <a:rPr lang="en-ZA" dirty="0"/>
              <a:t>It has a reserved name, always </a:t>
            </a:r>
            <a:r>
              <a:rPr lang="en-ZA" dirty="0" err="1"/>
              <a:t>init</a:t>
            </a:r>
            <a:endParaRPr lang="en-ZA" dirty="0"/>
          </a:p>
          <a:p>
            <a:r>
              <a:rPr lang="en-ZA" dirty="0"/>
              <a:t>It’s purpose is to perform any necessary setup </a:t>
            </a:r>
            <a:r>
              <a:rPr lang="en-ZA"/>
              <a:t>when an object </a:t>
            </a:r>
            <a:r>
              <a:rPr lang="en-ZA" dirty="0"/>
              <a:t>is created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188668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E4C86-0390-98CC-EC72-91E93CEA9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09B05-9D74-8342-B291-17F856CF0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__Init__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49A8D-3F43-5E30-2378-CBEE17F87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r>
              <a:rPr lang="en-ZA" dirty="0"/>
              <a:t>When you write </a:t>
            </a:r>
            <a:r>
              <a:rPr lang="en-ZA" dirty="0" err="1"/>
              <a:t>BankAccount</a:t>
            </a:r>
            <a:r>
              <a:rPr lang="en-ZA" dirty="0"/>
              <a:t>("Alice", 100), Python creates a blank </a:t>
            </a:r>
            <a:r>
              <a:rPr lang="en-ZA" dirty="0" err="1"/>
              <a:t>BankAccount</a:t>
            </a:r>
            <a:r>
              <a:rPr lang="en-ZA" dirty="0"/>
              <a:t> object and then calls __</a:t>
            </a:r>
            <a:r>
              <a:rPr lang="en-ZA" dirty="0" err="1"/>
              <a:t>init</a:t>
            </a:r>
            <a:r>
              <a:rPr lang="en-ZA" dirty="0"/>
              <a:t>__ on it, passing the arguments you supplied.</a:t>
            </a:r>
          </a:p>
          <a:p>
            <a:r>
              <a:rPr lang="en-ZA" b="1" dirty="0"/>
              <a:t>What self means</a:t>
            </a:r>
            <a:endParaRPr lang="en-ZA" dirty="0"/>
          </a:p>
          <a:p>
            <a:r>
              <a:rPr lang="en-ZA" dirty="0"/>
              <a:t>self is the account being initialized. Python passes it automatically as the first argument, so you don't supply it yourself. Anything you assign to </a:t>
            </a:r>
            <a:r>
              <a:rPr lang="en-ZA" dirty="0" err="1"/>
              <a:t>self.something</a:t>
            </a:r>
            <a:r>
              <a:rPr lang="en-ZA" dirty="0"/>
              <a:t> becomes an attribute stored on that specific account, which is why account and another </a:t>
            </a:r>
            <a:r>
              <a:rPr lang="en-ZA" dirty="0" err="1"/>
              <a:t>BankAccount</a:t>
            </a:r>
            <a:r>
              <a:rPr lang="en-ZA" dirty="0"/>
              <a:t> can hold different owners and balances.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51FAF6-6CE1-5F45-7B58-52B7813AC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97276"/>
            <a:ext cx="4391638" cy="224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591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44B15-4479-CB4F-BF5C-4977ED24D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69E3B-B024-E4BE-19F7-C73197A40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__Init__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A974B-4528-B374-C947-3B52E215D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ZA" sz="2000" b="1" dirty="0"/>
              <a:t>Things worth knowing</a:t>
            </a:r>
            <a:endParaRPr lang="en-ZA" sz="2000" dirty="0"/>
          </a:p>
          <a:p>
            <a:pPr lvl="0"/>
            <a:r>
              <a:rPr lang="en-ZA" sz="2000" dirty="0"/>
              <a:t>__</a:t>
            </a:r>
            <a:r>
              <a:rPr lang="en-ZA" sz="2000" dirty="0" err="1"/>
              <a:t>init</a:t>
            </a:r>
            <a:r>
              <a:rPr lang="en-ZA" sz="2000" dirty="0"/>
              <a:t>__ must not return anything (other than None). Its purpose is to modify the object, not produce one.</a:t>
            </a:r>
          </a:p>
          <a:p>
            <a:pPr lvl="0"/>
            <a:r>
              <a:rPr lang="en-ZA" sz="2000" dirty="0"/>
              <a:t>It isn't technically the constructor. The object is actually created by __new__, and __</a:t>
            </a:r>
            <a:r>
              <a:rPr lang="en-ZA" sz="2000" dirty="0" err="1"/>
              <a:t>init</a:t>
            </a:r>
            <a:r>
              <a:rPr lang="en-ZA" sz="2000" dirty="0"/>
              <a:t>__ then initializes it. In everyday code you almost never need to touch __new__.</a:t>
            </a:r>
          </a:p>
          <a:p>
            <a:pPr lvl="0"/>
            <a:r>
              <a:rPr lang="en-ZA" sz="2000" dirty="0"/>
              <a:t>A class doesn't need an __</a:t>
            </a:r>
            <a:r>
              <a:rPr lang="en-ZA" sz="2000" dirty="0" err="1"/>
              <a:t>init</a:t>
            </a:r>
            <a:r>
              <a:rPr lang="en-ZA" sz="2000" dirty="0"/>
              <a:t>__. If you leave it out, Python uses a default one that does nothing.</a:t>
            </a:r>
          </a:p>
          <a:p>
            <a:pPr lvl="0"/>
            <a:r>
              <a:rPr lang="en-ZA" sz="2000" dirty="0"/>
              <a:t>Avoid mutable default arguments like def __</a:t>
            </a:r>
            <a:r>
              <a:rPr lang="en-ZA" sz="2000" dirty="0" err="1"/>
              <a:t>init</a:t>
            </a:r>
            <a:r>
              <a:rPr lang="en-ZA" sz="2000" dirty="0"/>
              <a:t>__(self, transactions=[]). That list is shared across all instances. Use None instead:</a:t>
            </a:r>
          </a:p>
          <a:p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1E3C1E-C8B7-8283-EB5A-606594B6E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927758"/>
            <a:ext cx="6695364" cy="1258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335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75ACB-9230-ED0E-81A0-902FC0980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Self parameter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84A1E-9E84-82D0-23E5-90500ECFC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ZA" sz="2200" dirty="0"/>
              <a:t>The self parameter is how a method refers to the specific object it was called on. It's the first parameter of every instance method, and Python fills it in automatically.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FD5DAC-998E-F877-EA46-9CBDA288B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71949"/>
            <a:ext cx="5696745" cy="26102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C4C17C-ED28-E1CD-39C5-885875E71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295" y="2571949"/>
            <a:ext cx="3366033" cy="2644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7132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8B473-BCA4-CC24-D1C7-22D6539F6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E3251-38FC-6A77-A504-A6F2A961F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Self parameter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9A37C-111F-B23D-835D-6A92674EE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sz="2400" b="1" dirty="0"/>
              <a:t>Why it's needed</a:t>
            </a:r>
            <a:endParaRPr lang="en-ZA" sz="2400" dirty="0"/>
          </a:p>
          <a:p>
            <a:r>
              <a:rPr lang="en-ZA" sz="2400" dirty="0"/>
              <a:t>A class is a blueprint, and you can make many objects from it. When a method runs, it needs to know </a:t>
            </a:r>
            <a:r>
              <a:rPr lang="en-ZA" sz="2400" i="1" dirty="0"/>
              <a:t>which</a:t>
            </a:r>
            <a:r>
              <a:rPr lang="en-ZA" sz="2400" dirty="0"/>
              <a:t> object's data to use. self is that link.</a:t>
            </a:r>
          </a:p>
          <a:p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B099C3-4662-95C1-325F-6339C09CA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96279"/>
            <a:ext cx="5391902" cy="154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1030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7BE6E-BB20-8AD1-52EF-4DEC2F17D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5C51F-EAB1-2D97-6765-772CB723B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Constructor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77C12-6145-2592-E842-99FF00546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sz="2400" dirty="0"/>
              <a:t>It is a special type of method (function) which is used to initialize the instance members of the class</a:t>
            </a:r>
          </a:p>
          <a:p>
            <a:r>
              <a:rPr lang="en-ZA" sz="2400" dirty="0"/>
              <a:t>__</a:t>
            </a:r>
            <a:r>
              <a:rPr lang="en-ZA" sz="2400" dirty="0" err="1"/>
              <a:t>init</a:t>
            </a:r>
            <a:r>
              <a:rPr lang="en-ZA" sz="2400" dirty="0"/>
              <a:t>__ is a constructor method</a:t>
            </a:r>
          </a:p>
          <a:p>
            <a:r>
              <a:rPr lang="en-ZA" sz="2400" dirty="0"/>
              <a:t>In Python, a </a:t>
            </a:r>
            <a:r>
              <a:rPr lang="en-ZA" sz="2400" b="1" dirty="0"/>
              <a:t>constructor</a:t>
            </a:r>
            <a:r>
              <a:rPr lang="en-ZA" sz="2400" dirty="0"/>
              <a:t> is the process that creates and sets up a new object when you call a class, like </a:t>
            </a:r>
            <a:r>
              <a:rPr lang="en-ZA" sz="2400" dirty="0" err="1"/>
              <a:t>BankAccount</a:t>
            </a:r>
            <a:r>
              <a:rPr lang="en-ZA" sz="2400" dirty="0"/>
              <a:t>("Alice", 100). It involves two methods working together:</a:t>
            </a:r>
          </a:p>
          <a:p>
            <a:pPr lvl="0"/>
            <a:r>
              <a:rPr lang="en-ZA" sz="2400" b="1" dirty="0"/>
              <a:t>__new__</a:t>
            </a:r>
            <a:r>
              <a:rPr lang="en-ZA" sz="2400" dirty="0"/>
              <a:t> creates the blank object in memory.</a:t>
            </a:r>
          </a:p>
          <a:p>
            <a:pPr lvl="0"/>
            <a:r>
              <a:rPr lang="en-ZA" sz="2400" b="1" dirty="0"/>
              <a:t>__</a:t>
            </a:r>
            <a:r>
              <a:rPr lang="en-ZA" sz="2400" b="1" dirty="0" err="1"/>
              <a:t>init</a:t>
            </a:r>
            <a:r>
              <a:rPr lang="en-ZA" sz="2400" b="1" dirty="0"/>
              <a:t>__</a:t>
            </a:r>
            <a:r>
              <a:rPr lang="en-ZA" sz="2400" dirty="0"/>
              <a:t> then sets up its starting attributes.</a:t>
            </a:r>
          </a:p>
          <a:p>
            <a:endParaRPr lang="en-Z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876B28-0E65-E565-2DCA-F2F3EDBFC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076576"/>
            <a:ext cx="4058216" cy="178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0900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F1287-725D-A060-C6EB-3EBA256B3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A69FF-F455-2965-4D9F-C8B14B724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Constructor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D0439-F37B-0EEB-6D25-BF931D3EB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9174228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EEFB3-F077-DD61-F759-174972927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1872A-F12F-EE3C-028C-DEB3614FD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70621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112F0-F87E-4EF2-6770-1CA25BCA3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B4E7F-CCC8-CCE7-08FB-5B53351BE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613009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48BC4-0602-EB95-258D-07382D611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0DF4D-183B-0D10-752E-6864D6324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452432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5EBFD-97A2-75D4-4246-D2177E546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0A28B-30C0-4D6C-25F8-B0B16D7D6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061667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1C12E-DFEA-45A9-F1D6-17D7C4AF9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B4211-10E3-49C7-980A-515508416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46816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D6383-7564-1C99-AC37-4752AFBAA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D0506-5517-F2EB-66AE-426C88A5D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265189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3B344-52E6-2007-7630-DF7C0EE02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254E7-C2F5-C780-0BC3-6815FF67F2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Solving Task: OOPS</a:t>
            </a:r>
            <a:endParaRPr lang="en-ZA" b="1" dirty="0"/>
          </a:p>
        </p:txBody>
      </p:sp>
    </p:spTree>
    <p:extLst>
      <p:ext uri="{BB962C8B-B14F-4D97-AF65-F5344CB8AC3E}">
        <p14:creationId xmlns:p14="http://schemas.microsoft.com/office/powerpoint/2010/main" val="21501001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9F188-A89D-93FD-6020-BFC0C0E94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1545E-D9B7-9C30-F64A-45DF2E73B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345247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F01BD-8B40-B0F6-5797-C76B048A5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4FBC6-BFE9-33B1-1D5A-559F55BCC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814365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606C0-B04E-DD9B-A1E2-2AC8C77AF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E32CF-4A68-E32A-6599-16E6B4269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164694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2B6E0-1B8A-2AB8-4AEC-0C28A8DE7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33425-6483-2511-C3CF-B5A5A475D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878667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A256D-03D7-8CC7-E6A5-0F0B47E7A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404A5-1F9A-2B79-CED8-96B544F54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812444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D526A-B47E-691B-8084-E5A559DE8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E2E46-E1B4-9B67-DD42-0981CD1E22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Defining Multiple constructors in Python</a:t>
            </a:r>
            <a:endParaRPr lang="en-ZA" b="1" dirty="0"/>
          </a:p>
        </p:txBody>
      </p:sp>
    </p:spTree>
    <p:extLst>
      <p:ext uri="{BB962C8B-B14F-4D97-AF65-F5344CB8AC3E}">
        <p14:creationId xmlns:p14="http://schemas.microsoft.com/office/powerpoint/2010/main" val="11560651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3637A-5792-D16F-60AB-EBFC93C4A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66871-AC98-0E60-130D-628CA01F8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5139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E54EF-B87B-004F-D4E3-EFC28A04E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CA10A-B89C-67D2-E5B9-D44EBF08D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591763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98A09-5F0B-9910-031C-99A67EC65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5946A-3769-2E28-0B4D-CB8E45FEE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11257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BF7CB-0ECC-5087-9711-2A1F0B7B4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10E2C-55BC-C1B9-9A48-EA9C8B63B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171235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178AD-2897-26A7-0B2C-4D2B4FDAF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63D1D-85F3-D792-36CD-69D6DF51C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67501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2069</TotalTime>
  <Words>1452</Words>
  <Application>Microsoft Office PowerPoint</Application>
  <PresentationFormat>Widescreen</PresentationFormat>
  <Paragraphs>133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Aptos</vt:lpstr>
      <vt:lpstr>Aptos Display</vt:lpstr>
      <vt:lpstr>Arial</vt:lpstr>
      <vt:lpstr>Office Theme</vt:lpstr>
      <vt:lpstr>Class and objects</vt:lpstr>
      <vt:lpstr>Class </vt:lpstr>
      <vt:lpstr>Class example</vt:lpstr>
      <vt:lpstr>Class example</vt:lpstr>
      <vt:lpstr>Class example</vt:lpstr>
      <vt:lpstr>Objects </vt:lpstr>
      <vt:lpstr>Objects </vt:lpstr>
      <vt:lpstr>Objects </vt:lpstr>
      <vt:lpstr>Understanding init() Method and ‘self’ Parameter</vt:lpstr>
      <vt:lpstr>__Init__ method</vt:lpstr>
      <vt:lpstr>__Init__ method</vt:lpstr>
      <vt:lpstr>__Init__ method</vt:lpstr>
      <vt:lpstr>Self parameter</vt:lpstr>
      <vt:lpstr>Self parameter</vt:lpstr>
      <vt:lpstr>Constructor </vt:lpstr>
      <vt:lpstr>Constructor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Solving Task: OOPS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Defining Multiple constructors in Python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Lindelwa Twala</dc:creator>
  <cp:lastModifiedBy>Lindelwa Twala</cp:lastModifiedBy>
  <cp:revision>1</cp:revision>
  <dcterms:created xsi:type="dcterms:W3CDTF">2026-09-23T17:24:39Z</dcterms:created>
  <dcterms:modified xsi:type="dcterms:W3CDTF">2026-10-07T10:30:51Z</dcterms:modified>
</cp:coreProperties>
</file>